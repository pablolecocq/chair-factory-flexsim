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256" r:id="rId5"/>
    <p:sldId id="263" r:id="rId6"/>
    <p:sldId id="259" r:id="rId7"/>
    <p:sldId id="262" r:id="rId8"/>
    <p:sldId id="271" r:id="rId9"/>
    <p:sldId id="272" r:id="rId10"/>
    <p:sldId id="277" r:id="rId11"/>
    <p:sldId id="276" r:id="rId12"/>
  </p:sldIdLst>
  <p:sldSz cx="12192000" cy="6858000"/>
  <p:notesSz cx="6858000" cy="9144000"/>
  <p:defaultTextStyle>
    <a:defPPr>
      <a:defRPr lang="en-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F03B05-1366-2582-C343-DFDB5A802DDC}" v="9" dt="2024-12-14T18:43:00.950"/>
    <p1510:client id="{A853A572-68B5-55B2-9C24-0E17BCC50058}" v="8" dt="2024-12-14T18:47:11.841"/>
    <p1510:client id="{B97B97CB-36DC-40ED-A117-4532475DC3FB}" v="12" dt="2024-12-15T16:55:55.766"/>
    <p1510:client id="{D5F75850-ACBA-4D3C-C835-92384630ABFB}" v="2187" dt="2024-12-14T19:45:49.333"/>
    <p1510:client id="{E520B424-3347-D056-94C0-3CD74E4767E0}" v="8254" dt="2024-12-15T13:10:38.398"/>
    <p1510:client id="{EEC076BD-2CC0-0147-8FA0-6E4F632E74B3}" v="918" dt="2024-12-15T13:28:52.59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54"/>
    <p:restoredTop sz="94710"/>
  </p:normalViewPr>
  <p:slideViewPr>
    <p:cSldViewPr snapToGrid="0">
      <p:cViewPr>
        <p:scale>
          <a:sx n="132" d="100"/>
          <a:sy n="132" d="100"/>
        </p:scale>
        <p:origin x="480"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SA OYAREGUI HERNANDO" userId="1c608b1f-43c1-4c06-ac5b-26589682f707" providerId="ADAL" clId="{EEC076BD-2CC0-0147-8FA0-6E4F632E74B3}"/>
    <pc:docChg chg="custSel addSld modSld">
      <pc:chgData name="ELISA OYAREGUI HERNANDO" userId="1c608b1f-43c1-4c06-ac5b-26589682f707" providerId="ADAL" clId="{EEC076BD-2CC0-0147-8FA0-6E4F632E74B3}" dt="2024-12-15T16:31:34.310" v="1182" actId="113"/>
      <pc:docMkLst>
        <pc:docMk/>
      </pc:docMkLst>
      <pc:sldChg chg="modSp mod">
        <pc:chgData name="ELISA OYAREGUI HERNANDO" userId="1c608b1f-43c1-4c06-ac5b-26589682f707" providerId="ADAL" clId="{EEC076BD-2CC0-0147-8FA0-6E4F632E74B3}" dt="2024-12-15T09:14:26.263" v="211" actId="1076"/>
        <pc:sldMkLst>
          <pc:docMk/>
          <pc:sldMk cId="757140900" sldId="265"/>
        </pc:sldMkLst>
        <pc:picChg chg="mod">
          <ac:chgData name="ELISA OYAREGUI HERNANDO" userId="1c608b1f-43c1-4c06-ac5b-26589682f707" providerId="ADAL" clId="{EEC076BD-2CC0-0147-8FA0-6E4F632E74B3}" dt="2024-12-15T09:14:26.263" v="211" actId="1076"/>
          <ac:picMkLst>
            <pc:docMk/>
            <pc:sldMk cId="757140900" sldId="265"/>
            <ac:picMk id="4" creationId="{66251456-8BF0-5603-CB37-EA490AEA8A59}"/>
          </ac:picMkLst>
        </pc:picChg>
      </pc:sldChg>
      <pc:sldChg chg="modSp mod">
        <pc:chgData name="ELISA OYAREGUI HERNANDO" userId="1c608b1f-43c1-4c06-ac5b-26589682f707" providerId="ADAL" clId="{EEC076BD-2CC0-0147-8FA0-6E4F632E74B3}" dt="2024-12-15T09:15:26.199" v="238" actId="20577"/>
        <pc:sldMkLst>
          <pc:docMk/>
          <pc:sldMk cId="3776021385" sldId="266"/>
        </pc:sldMkLst>
        <pc:spChg chg="mod">
          <ac:chgData name="ELISA OYAREGUI HERNANDO" userId="1c608b1f-43c1-4c06-ac5b-26589682f707" providerId="ADAL" clId="{EEC076BD-2CC0-0147-8FA0-6E4F632E74B3}" dt="2024-12-15T09:15:26.199" v="238" actId="20577"/>
          <ac:spMkLst>
            <pc:docMk/>
            <pc:sldMk cId="3776021385" sldId="266"/>
            <ac:spMk id="2" creationId="{A83C4C70-6B46-E5AE-B780-70B6D0800F5D}"/>
          </ac:spMkLst>
        </pc:spChg>
      </pc:sldChg>
      <pc:sldChg chg="modSp mod">
        <pc:chgData name="ELISA OYAREGUI HERNANDO" userId="1c608b1f-43c1-4c06-ac5b-26589682f707" providerId="ADAL" clId="{EEC076BD-2CC0-0147-8FA0-6E4F632E74B3}" dt="2024-12-15T09:14:05.775" v="210" actId="123"/>
        <pc:sldMkLst>
          <pc:docMk/>
          <pc:sldMk cId="119071050" sldId="270"/>
        </pc:sldMkLst>
        <pc:spChg chg="mod">
          <ac:chgData name="ELISA OYAREGUI HERNANDO" userId="1c608b1f-43c1-4c06-ac5b-26589682f707" providerId="ADAL" clId="{EEC076BD-2CC0-0147-8FA0-6E4F632E74B3}" dt="2024-12-15T09:14:05.775" v="210" actId="123"/>
          <ac:spMkLst>
            <pc:docMk/>
            <pc:sldMk cId="119071050" sldId="270"/>
            <ac:spMk id="2" creationId="{A7306000-5297-73A8-EB6F-44E3B797160D}"/>
          </ac:spMkLst>
        </pc:spChg>
      </pc:sldChg>
      <pc:sldChg chg="addSp delSp modSp add mod">
        <pc:chgData name="ELISA OYAREGUI HERNANDO" userId="1c608b1f-43c1-4c06-ac5b-26589682f707" providerId="ADAL" clId="{EEC076BD-2CC0-0147-8FA0-6E4F632E74B3}" dt="2024-12-15T09:46:43.498" v="366" actId="20577"/>
        <pc:sldMkLst>
          <pc:docMk/>
          <pc:sldMk cId="3959702578" sldId="272"/>
        </pc:sldMkLst>
        <pc:spChg chg="add mod">
          <ac:chgData name="ELISA OYAREGUI HERNANDO" userId="1c608b1f-43c1-4c06-ac5b-26589682f707" providerId="ADAL" clId="{EEC076BD-2CC0-0147-8FA0-6E4F632E74B3}" dt="2024-12-15T09:46:43.498" v="366" actId="20577"/>
          <ac:spMkLst>
            <pc:docMk/>
            <pc:sldMk cId="3959702578" sldId="272"/>
            <ac:spMk id="2" creationId="{9C272341-BB23-424E-AFDD-2CD16A5E3C67}"/>
          </ac:spMkLst>
        </pc:spChg>
        <pc:spChg chg="mod">
          <ac:chgData name="ELISA OYAREGUI HERNANDO" userId="1c608b1f-43c1-4c06-ac5b-26589682f707" providerId="ADAL" clId="{EEC076BD-2CC0-0147-8FA0-6E4F632E74B3}" dt="2024-12-15T09:17:04.452" v="241" actId="20577"/>
          <ac:spMkLst>
            <pc:docMk/>
            <pc:sldMk cId="3959702578" sldId="272"/>
            <ac:spMk id="7" creationId="{EED6D878-39A1-E54E-6F59-C61642750EEC}"/>
          </ac:spMkLst>
        </pc:spChg>
        <pc:spChg chg="del mod">
          <ac:chgData name="ELISA OYAREGUI HERNANDO" userId="1c608b1f-43c1-4c06-ac5b-26589682f707" providerId="ADAL" clId="{EEC076BD-2CC0-0147-8FA0-6E4F632E74B3}" dt="2024-12-15T08:58:09.065" v="6" actId="478"/>
          <ac:spMkLst>
            <pc:docMk/>
            <pc:sldMk cId="3959702578" sldId="272"/>
            <ac:spMk id="16" creationId="{9FC68B63-39F7-77BD-DCCE-9DF40F071C84}"/>
          </ac:spMkLst>
        </pc:spChg>
        <pc:graphicFrameChg chg="add del mod modGraphic">
          <ac:chgData name="ELISA OYAREGUI HERNANDO" userId="1c608b1f-43c1-4c06-ac5b-26589682f707" providerId="ADAL" clId="{EEC076BD-2CC0-0147-8FA0-6E4F632E74B3}" dt="2024-12-15T09:18:38.048" v="287" actId="478"/>
          <ac:graphicFrameMkLst>
            <pc:docMk/>
            <pc:sldMk cId="3959702578" sldId="272"/>
            <ac:graphicFrameMk id="3" creationId="{4CAF5319-7FC1-3097-9CBC-D51F929A5E55}"/>
          </ac:graphicFrameMkLst>
        </pc:graphicFrameChg>
        <pc:graphicFrameChg chg="add del mod modGraphic">
          <ac:chgData name="ELISA OYAREGUI HERNANDO" userId="1c608b1f-43c1-4c06-ac5b-26589682f707" providerId="ADAL" clId="{EEC076BD-2CC0-0147-8FA0-6E4F632E74B3}" dt="2024-12-15T09:20:20.261" v="353" actId="478"/>
          <ac:graphicFrameMkLst>
            <pc:docMk/>
            <pc:sldMk cId="3959702578" sldId="272"/>
            <ac:graphicFrameMk id="4" creationId="{F1CE1C11-A56B-6D4A-6729-E4DCABCB8563}"/>
          </ac:graphicFrameMkLst>
        </pc:graphicFrameChg>
        <pc:picChg chg="del">
          <ac:chgData name="ELISA OYAREGUI HERNANDO" userId="1c608b1f-43c1-4c06-ac5b-26589682f707" providerId="ADAL" clId="{EEC076BD-2CC0-0147-8FA0-6E4F632E74B3}" dt="2024-12-15T08:56:55.881" v="2" actId="478"/>
          <ac:picMkLst>
            <pc:docMk/>
            <pc:sldMk cId="3959702578" sldId="272"/>
            <ac:picMk id="12" creationId="{40EE7D35-7DC0-A39E-2806-6CB7D57457E3}"/>
          </ac:picMkLst>
        </pc:picChg>
        <pc:picChg chg="del">
          <ac:chgData name="ELISA OYAREGUI HERNANDO" userId="1c608b1f-43c1-4c06-ac5b-26589682f707" providerId="ADAL" clId="{EEC076BD-2CC0-0147-8FA0-6E4F632E74B3}" dt="2024-12-15T08:56:54.563" v="1" actId="478"/>
          <ac:picMkLst>
            <pc:docMk/>
            <pc:sldMk cId="3959702578" sldId="272"/>
            <ac:picMk id="14" creationId="{0B2B44EB-4768-8088-72F1-B51488919086}"/>
          </ac:picMkLst>
        </pc:picChg>
        <pc:picChg chg="del">
          <ac:chgData name="ELISA OYAREGUI HERNANDO" userId="1c608b1f-43c1-4c06-ac5b-26589682f707" providerId="ADAL" clId="{EEC076BD-2CC0-0147-8FA0-6E4F632E74B3}" dt="2024-12-15T08:56:57.090" v="3" actId="478"/>
          <ac:picMkLst>
            <pc:docMk/>
            <pc:sldMk cId="3959702578" sldId="272"/>
            <ac:picMk id="18" creationId="{47666B19-CE4C-93A2-4907-D3229280A0E0}"/>
          </ac:picMkLst>
        </pc:picChg>
      </pc:sldChg>
      <pc:sldChg chg="addSp delSp modSp mod">
        <pc:chgData name="ELISA OYAREGUI HERNANDO" userId="1c608b1f-43c1-4c06-ac5b-26589682f707" providerId="ADAL" clId="{EEC076BD-2CC0-0147-8FA0-6E4F632E74B3}" dt="2024-12-15T13:27:18.441" v="1169" actId="478"/>
        <pc:sldMkLst>
          <pc:docMk/>
          <pc:sldMk cId="1167673302" sldId="275"/>
        </pc:sldMkLst>
        <pc:spChg chg="mod">
          <ac:chgData name="ELISA OYAREGUI HERNANDO" userId="1c608b1f-43c1-4c06-ac5b-26589682f707" providerId="ADAL" clId="{EEC076BD-2CC0-0147-8FA0-6E4F632E74B3}" dt="2024-12-15T13:09:41.259" v="867" actId="20577"/>
          <ac:spMkLst>
            <pc:docMk/>
            <pc:sldMk cId="1167673302" sldId="275"/>
            <ac:spMk id="7" creationId="{EED6D878-39A1-E54E-6F59-C61642750EEC}"/>
          </ac:spMkLst>
        </pc:spChg>
        <pc:spChg chg="add del mod">
          <ac:chgData name="ELISA OYAREGUI HERNANDO" userId="1c608b1f-43c1-4c06-ac5b-26589682f707" providerId="ADAL" clId="{EEC076BD-2CC0-0147-8FA0-6E4F632E74B3}" dt="2024-12-15T13:15:49.511" v="895" actId="478"/>
          <ac:spMkLst>
            <pc:docMk/>
            <pc:sldMk cId="1167673302" sldId="275"/>
            <ac:spMk id="12" creationId="{6D8B9075-0541-8EF1-A55F-1F8C50F0303E}"/>
          </ac:spMkLst>
        </pc:spChg>
        <pc:spChg chg="add del mod">
          <ac:chgData name="ELISA OYAREGUI HERNANDO" userId="1c608b1f-43c1-4c06-ac5b-26589682f707" providerId="ADAL" clId="{EEC076BD-2CC0-0147-8FA0-6E4F632E74B3}" dt="2024-12-15T13:27:18.441" v="1169" actId="478"/>
          <ac:spMkLst>
            <pc:docMk/>
            <pc:sldMk cId="1167673302" sldId="275"/>
            <ac:spMk id="17" creationId="{896D2F0E-90BC-47F8-7C2D-D3059070F76A}"/>
          </ac:spMkLst>
        </pc:spChg>
        <pc:graphicFrameChg chg="add del mod modGraphic">
          <ac:chgData name="ELISA OYAREGUI HERNANDO" userId="1c608b1f-43c1-4c06-ac5b-26589682f707" providerId="ADAL" clId="{EEC076BD-2CC0-0147-8FA0-6E4F632E74B3}" dt="2024-12-15T13:10:10.387" v="870" actId="478"/>
          <ac:graphicFrameMkLst>
            <pc:docMk/>
            <pc:sldMk cId="1167673302" sldId="275"/>
            <ac:graphicFrameMk id="2" creationId="{13E7CA6B-5132-8D9A-4BBC-39A47049D89E}"/>
          </ac:graphicFrameMkLst>
        </pc:graphicFrameChg>
        <pc:picChg chg="add del mod">
          <ac:chgData name="ELISA OYAREGUI HERNANDO" userId="1c608b1f-43c1-4c06-ac5b-26589682f707" providerId="ADAL" clId="{EEC076BD-2CC0-0147-8FA0-6E4F632E74B3}" dt="2024-12-15T13:23:45.251" v="897" actId="478"/>
          <ac:picMkLst>
            <pc:docMk/>
            <pc:sldMk cId="1167673302" sldId="275"/>
            <ac:picMk id="4" creationId="{CA56776D-ED79-B666-216A-74703200216B}"/>
          </ac:picMkLst>
        </pc:picChg>
        <pc:picChg chg="add del mod">
          <ac:chgData name="ELISA OYAREGUI HERNANDO" userId="1c608b1f-43c1-4c06-ac5b-26589682f707" providerId="ADAL" clId="{EEC076BD-2CC0-0147-8FA0-6E4F632E74B3}" dt="2024-12-15T13:15:15.155" v="886" actId="478"/>
          <ac:picMkLst>
            <pc:docMk/>
            <pc:sldMk cId="1167673302" sldId="275"/>
            <ac:picMk id="8" creationId="{CE0F6635-DC59-EEF5-473A-08AE63228F44}"/>
          </ac:picMkLst>
        </pc:picChg>
        <pc:picChg chg="add mod">
          <ac:chgData name="ELISA OYAREGUI HERNANDO" userId="1c608b1f-43c1-4c06-ac5b-26589682f707" providerId="ADAL" clId="{EEC076BD-2CC0-0147-8FA0-6E4F632E74B3}" dt="2024-12-15T13:15:20.060" v="891" actId="1076"/>
          <ac:picMkLst>
            <pc:docMk/>
            <pc:sldMk cId="1167673302" sldId="275"/>
            <ac:picMk id="10" creationId="{DEDA3C03-393C-FFF8-F7AA-BAD1D7ACE7A6}"/>
          </ac:picMkLst>
        </pc:picChg>
        <pc:picChg chg="add mod">
          <ac:chgData name="ELISA OYAREGUI HERNANDO" userId="1c608b1f-43c1-4c06-ac5b-26589682f707" providerId="ADAL" clId="{EEC076BD-2CC0-0147-8FA0-6E4F632E74B3}" dt="2024-12-15T13:23:50.984" v="902" actId="1076"/>
          <ac:picMkLst>
            <pc:docMk/>
            <pc:sldMk cId="1167673302" sldId="275"/>
            <ac:picMk id="16" creationId="{0F9C3E81-68CD-9677-2B12-2A0C5A991D52}"/>
          </ac:picMkLst>
        </pc:picChg>
      </pc:sldChg>
      <pc:sldChg chg="modSp mod">
        <pc:chgData name="ELISA OYAREGUI HERNANDO" userId="1c608b1f-43c1-4c06-ac5b-26589682f707" providerId="ADAL" clId="{EEC076BD-2CC0-0147-8FA0-6E4F632E74B3}" dt="2024-12-15T13:28:52.595" v="1179" actId="207"/>
        <pc:sldMkLst>
          <pc:docMk/>
          <pc:sldMk cId="3443534378" sldId="277"/>
        </pc:sldMkLst>
        <pc:spChg chg="mod">
          <ac:chgData name="ELISA OYAREGUI HERNANDO" userId="1c608b1f-43c1-4c06-ac5b-26589682f707" providerId="ADAL" clId="{EEC076BD-2CC0-0147-8FA0-6E4F632E74B3}" dt="2024-12-15T13:28:52.595" v="1179" actId="207"/>
          <ac:spMkLst>
            <pc:docMk/>
            <pc:sldMk cId="3443534378" sldId="277"/>
            <ac:spMk id="6" creationId="{BBB52D73-0C0D-CE47-CF87-E7B76C8A5158}"/>
          </ac:spMkLst>
        </pc:spChg>
        <pc:spChg chg="mod">
          <ac:chgData name="ELISA OYAREGUI HERNANDO" userId="1c608b1f-43c1-4c06-ac5b-26589682f707" providerId="ADAL" clId="{EEC076BD-2CC0-0147-8FA0-6E4F632E74B3}" dt="2024-12-15T13:28:48.055" v="1177" actId="1076"/>
          <ac:spMkLst>
            <pc:docMk/>
            <pc:sldMk cId="3443534378" sldId="277"/>
            <ac:spMk id="8" creationId="{A131B1E7-3A1E-FE90-0D50-BFD0DF84971D}"/>
          </ac:spMkLst>
        </pc:spChg>
      </pc:sldChg>
      <pc:sldChg chg="modSp mod">
        <pc:chgData name="ELISA OYAREGUI HERNANDO" userId="1c608b1f-43c1-4c06-ac5b-26589682f707" providerId="ADAL" clId="{EEC076BD-2CC0-0147-8FA0-6E4F632E74B3}" dt="2024-12-15T16:31:34.310" v="1182" actId="113"/>
        <pc:sldMkLst>
          <pc:docMk/>
          <pc:sldMk cId="2064977952" sldId="278"/>
        </pc:sldMkLst>
        <pc:spChg chg="mod">
          <ac:chgData name="ELISA OYAREGUI HERNANDO" userId="1c608b1f-43c1-4c06-ac5b-26589682f707" providerId="ADAL" clId="{EEC076BD-2CC0-0147-8FA0-6E4F632E74B3}" dt="2024-12-15T16:31:34.310" v="1182" actId="113"/>
          <ac:spMkLst>
            <pc:docMk/>
            <pc:sldMk cId="2064977952" sldId="278"/>
            <ac:spMk id="2" creationId="{EB262074-3D34-A95F-183B-0CEB951ECD6F}"/>
          </ac:spMkLst>
        </pc:spChg>
      </pc:sldChg>
    </pc:docChg>
  </pc:docChgLst>
  <pc:docChgLst>
    <pc:chgData name="ELISA OYAREGUI HERNANDO" userId="S::elisa.oyaregui@alumnos.upm.es::1c608b1f-43c1-4c06-ac5b-26589682f707" providerId="AD" clId="Web-{D5F75850-ACBA-4D3C-C835-92384630ABFB}"/>
    <pc:docChg chg="addSld delSld modSld">
      <pc:chgData name="ELISA OYAREGUI HERNANDO" userId="S::elisa.oyaregui@alumnos.upm.es::1c608b1f-43c1-4c06-ac5b-26589682f707" providerId="AD" clId="Web-{D5F75850-ACBA-4D3C-C835-92384630ABFB}" dt="2024-12-14T19:45:49.333" v="1135" actId="1076"/>
      <pc:docMkLst>
        <pc:docMk/>
      </pc:docMkLst>
      <pc:sldChg chg="new del">
        <pc:chgData name="ELISA OYAREGUI HERNANDO" userId="S::elisa.oyaregui@alumnos.upm.es::1c608b1f-43c1-4c06-ac5b-26589682f707" providerId="AD" clId="Web-{D5F75850-ACBA-4D3C-C835-92384630ABFB}" dt="2024-12-14T19:18:32.826" v="1"/>
        <pc:sldMkLst>
          <pc:docMk/>
          <pc:sldMk cId="1876276958" sldId="271"/>
        </pc:sldMkLst>
      </pc:sldChg>
      <pc:sldChg chg="addSp delSp modSp add replId">
        <pc:chgData name="ELISA OYAREGUI HERNANDO" userId="S::elisa.oyaregui@alumnos.upm.es::1c608b1f-43c1-4c06-ac5b-26589682f707" providerId="AD" clId="Web-{D5F75850-ACBA-4D3C-C835-92384630ABFB}" dt="2024-12-14T19:45:49.333" v="1135" actId="1076"/>
        <pc:sldMkLst>
          <pc:docMk/>
          <pc:sldMk cId="2748275150" sldId="271"/>
        </pc:sldMkLst>
        <pc:spChg chg="del">
          <ac:chgData name="ELISA OYAREGUI HERNANDO" userId="S::elisa.oyaregui@alumnos.upm.es::1c608b1f-43c1-4c06-ac5b-26589682f707" providerId="AD" clId="Web-{D5F75850-ACBA-4D3C-C835-92384630ABFB}" dt="2024-12-14T19:18:40.389" v="4"/>
          <ac:spMkLst>
            <pc:docMk/>
            <pc:sldMk cId="2748275150" sldId="271"/>
            <ac:spMk id="4" creationId="{C06F5D60-C2B6-B68C-D255-1254F0362FEB}"/>
          </ac:spMkLst>
        </pc:spChg>
        <pc:spChg chg="del">
          <ac:chgData name="ELISA OYAREGUI HERNANDO" userId="S::elisa.oyaregui@alumnos.upm.es::1c608b1f-43c1-4c06-ac5b-26589682f707" providerId="AD" clId="Web-{D5F75850-ACBA-4D3C-C835-92384630ABFB}" dt="2024-12-14T19:18:42.623" v="5"/>
          <ac:spMkLst>
            <pc:docMk/>
            <pc:sldMk cId="2748275150" sldId="271"/>
            <ac:spMk id="5" creationId="{DBF42BB8-3F9B-7E3E-98A7-2B9DBB200BF0}"/>
          </ac:spMkLst>
        </pc:spChg>
        <pc:spChg chg="mod">
          <ac:chgData name="ELISA OYAREGUI HERNANDO" userId="S::elisa.oyaregui@alumnos.upm.es::1c608b1f-43c1-4c06-ac5b-26589682f707" providerId="AD" clId="Web-{D5F75850-ACBA-4D3C-C835-92384630ABFB}" dt="2024-12-14T19:18:51.406" v="20" actId="20577"/>
          <ac:spMkLst>
            <pc:docMk/>
            <pc:sldMk cId="2748275150" sldId="271"/>
            <ac:spMk id="6" creationId="{BBB52D73-0C0D-CE47-CF87-E7B76C8A5158}"/>
          </ac:spMkLst>
        </pc:spChg>
        <pc:spChg chg="add mod">
          <ac:chgData name="ELISA OYAREGUI HERNANDO" userId="S::elisa.oyaregui@alumnos.upm.es::1c608b1f-43c1-4c06-ac5b-26589682f707" providerId="AD" clId="Web-{D5F75850-ACBA-4D3C-C835-92384630ABFB}" dt="2024-12-14T19:38:20.665" v="472" actId="20577"/>
          <ac:spMkLst>
            <pc:docMk/>
            <pc:sldMk cId="2748275150" sldId="271"/>
            <ac:spMk id="7" creationId="{63B81C85-86B2-FBBD-FD75-D2D20AC6FFD2}"/>
          </ac:spMkLst>
        </pc:spChg>
        <pc:spChg chg="del">
          <ac:chgData name="ELISA OYAREGUI HERNANDO" userId="S::elisa.oyaregui@alumnos.upm.es::1c608b1f-43c1-4c06-ac5b-26589682f707" providerId="AD" clId="Web-{D5F75850-ACBA-4D3C-C835-92384630ABFB}" dt="2024-12-14T19:18:45.858" v="7"/>
          <ac:spMkLst>
            <pc:docMk/>
            <pc:sldMk cId="2748275150" sldId="271"/>
            <ac:spMk id="9" creationId="{6FA51C9E-307E-88C1-4D62-5C5BEF4ED556}"/>
          </ac:spMkLst>
        </pc:spChg>
        <pc:spChg chg="add mod">
          <ac:chgData name="ELISA OYAREGUI HERNANDO" userId="S::elisa.oyaregui@alumnos.upm.es::1c608b1f-43c1-4c06-ac5b-26589682f707" providerId="AD" clId="Web-{D5F75850-ACBA-4D3C-C835-92384630ABFB}" dt="2024-12-14T19:45:39.879" v="1134" actId="20577"/>
          <ac:spMkLst>
            <pc:docMk/>
            <pc:sldMk cId="2748275150" sldId="271"/>
            <ac:spMk id="16" creationId="{7DD17EBA-F0E9-CE4A-F1AC-DDBAEC27DBB5}"/>
          </ac:spMkLst>
        </pc:spChg>
        <pc:spChg chg="add del mod">
          <ac:chgData name="ELISA OYAREGUI HERNANDO" userId="S::elisa.oyaregui@alumnos.upm.es::1c608b1f-43c1-4c06-ac5b-26589682f707" providerId="AD" clId="Web-{D5F75850-ACBA-4D3C-C835-92384630ABFB}" dt="2024-12-14T19:41:05.706" v="594"/>
          <ac:spMkLst>
            <pc:docMk/>
            <pc:sldMk cId="2748275150" sldId="271"/>
            <ac:spMk id="17" creationId="{8197EC70-882D-5F0C-CA8F-2826C251BD7D}"/>
          </ac:spMkLst>
        </pc:spChg>
        <pc:picChg chg="del">
          <ac:chgData name="ELISA OYAREGUI HERNANDO" userId="S::elisa.oyaregui@alumnos.upm.es::1c608b1f-43c1-4c06-ac5b-26589682f707" providerId="AD" clId="Web-{D5F75850-ACBA-4D3C-C835-92384630ABFB}" dt="2024-12-14T19:18:38.029" v="3"/>
          <ac:picMkLst>
            <pc:docMk/>
            <pc:sldMk cId="2748275150" sldId="271"/>
            <ac:picMk id="3" creationId="{878DFFCA-804B-A896-ECE1-EE634D44DC2C}"/>
          </ac:picMkLst>
        </pc:picChg>
        <pc:picChg chg="del">
          <ac:chgData name="ELISA OYAREGUI HERNANDO" userId="S::elisa.oyaregui@alumnos.upm.es::1c608b1f-43c1-4c06-ac5b-26589682f707" providerId="AD" clId="Web-{D5F75850-ACBA-4D3C-C835-92384630ABFB}" dt="2024-12-14T19:18:43.857" v="6"/>
          <ac:picMkLst>
            <pc:docMk/>
            <pc:sldMk cId="2748275150" sldId="271"/>
            <ac:picMk id="8" creationId="{E0923675-1E52-F70E-47DD-F7D19C0D950E}"/>
          </ac:picMkLst>
        </pc:picChg>
        <pc:picChg chg="add del mod">
          <ac:chgData name="ELISA OYAREGUI HERNANDO" userId="S::elisa.oyaregui@alumnos.upm.es::1c608b1f-43c1-4c06-ac5b-26589682f707" providerId="AD" clId="Web-{D5F75850-ACBA-4D3C-C835-92384630ABFB}" dt="2024-12-14T19:34:43.026" v="320"/>
          <ac:picMkLst>
            <pc:docMk/>
            <pc:sldMk cId="2748275150" sldId="271"/>
            <ac:picMk id="10" creationId="{CAB74697-C495-085E-A3E7-681AA9D7D5CD}"/>
          </ac:picMkLst>
        </pc:picChg>
        <pc:picChg chg="add mod">
          <ac:chgData name="ELISA OYAREGUI HERNANDO" userId="S::elisa.oyaregui@alumnos.upm.es::1c608b1f-43c1-4c06-ac5b-26589682f707" providerId="AD" clId="Web-{D5F75850-ACBA-4D3C-C835-92384630ABFB}" dt="2024-12-14T19:38:27.306" v="475" actId="14100"/>
          <ac:picMkLst>
            <pc:docMk/>
            <pc:sldMk cId="2748275150" sldId="271"/>
            <ac:picMk id="12" creationId="{5A5B8B1A-F314-DD09-A9B5-A64B3D374B55}"/>
          </ac:picMkLst>
        </pc:picChg>
        <pc:picChg chg="add mod">
          <ac:chgData name="ELISA OYAREGUI HERNANDO" userId="S::elisa.oyaregui@alumnos.upm.es::1c608b1f-43c1-4c06-ac5b-26589682f707" providerId="AD" clId="Web-{D5F75850-ACBA-4D3C-C835-92384630ABFB}" dt="2024-12-14T19:38:22.134" v="473" actId="1076"/>
          <ac:picMkLst>
            <pc:docMk/>
            <pc:sldMk cId="2748275150" sldId="271"/>
            <ac:picMk id="14" creationId="{07772790-3E82-24E6-1C51-00DF50B678FF}"/>
          </ac:picMkLst>
        </pc:picChg>
        <pc:picChg chg="add mod">
          <ac:chgData name="ELISA OYAREGUI HERNANDO" userId="S::elisa.oyaregui@alumnos.upm.es::1c608b1f-43c1-4c06-ac5b-26589682f707" providerId="AD" clId="Web-{D5F75850-ACBA-4D3C-C835-92384630ABFB}" dt="2024-12-14T19:45:49.333" v="1135" actId="1076"/>
          <ac:picMkLst>
            <pc:docMk/>
            <pc:sldMk cId="2748275150" sldId="271"/>
            <ac:picMk id="18" creationId="{EC4E078E-6475-C1F8-5F9D-846FD515107F}"/>
          </ac:picMkLst>
        </pc:picChg>
      </pc:sldChg>
    </pc:docChg>
  </pc:docChgLst>
  <pc:docChgLst>
    <pc:chgData name="ELISA OYAREGUI HERNANDO" userId="S::elisa.oyaregui@alumnos.upm.es::1c608b1f-43c1-4c06-ac5b-26589682f707" providerId="AD" clId="Web-{763237C4-64D2-CCAE-26FB-027B048DDAF4}"/>
    <pc:docChg chg="modSld">
      <pc:chgData name="ELISA OYAREGUI HERNANDO" userId="S::elisa.oyaregui@alumnos.upm.es::1c608b1f-43c1-4c06-ac5b-26589682f707" providerId="AD" clId="Web-{763237C4-64D2-CCAE-26FB-027B048DDAF4}" dt="2024-12-14T16:53:28.582" v="702" actId="1076"/>
      <pc:docMkLst>
        <pc:docMk/>
      </pc:docMkLst>
      <pc:sldChg chg="addSp delSp modSp">
        <pc:chgData name="ELISA OYAREGUI HERNANDO" userId="S::elisa.oyaregui@alumnos.upm.es::1c608b1f-43c1-4c06-ac5b-26589682f707" providerId="AD" clId="Web-{763237C4-64D2-CCAE-26FB-027B048DDAF4}" dt="2024-12-14T16:53:28.582" v="702" actId="1076"/>
        <pc:sldMkLst>
          <pc:docMk/>
          <pc:sldMk cId="4142595594" sldId="259"/>
        </pc:sldMkLst>
        <pc:spChg chg="ord">
          <ac:chgData name="ELISA OYAREGUI HERNANDO" userId="S::elisa.oyaregui@alumnos.upm.es::1c608b1f-43c1-4c06-ac5b-26589682f707" providerId="AD" clId="Web-{763237C4-64D2-CCAE-26FB-027B048DDAF4}" dt="2024-12-14T16:53:08.393" v="698"/>
          <ac:spMkLst>
            <pc:docMk/>
            <pc:sldMk cId="4142595594" sldId="259"/>
            <ac:spMk id="11" creationId="{7FF47CB7-972F-479F-A36D-9E72D26EC8DA}"/>
          </ac:spMkLst>
        </pc:spChg>
        <pc:picChg chg="add mod ord">
          <ac:chgData name="ELISA OYAREGUI HERNANDO" userId="S::elisa.oyaregui@alumnos.upm.es::1c608b1f-43c1-4c06-ac5b-26589682f707" providerId="AD" clId="Web-{763237C4-64D2-CCAE-26FB-027B048DDAF4}" dt="2024-12-14T16:53:28.582" v="702" actId="1076"/>
          <ac:picMkLst>
            <pc:docMk/>
            <pc:sldMk cId="4142595594" sldId="259"/>
            <ac:picMk id="2" creationId="{FD9E8DE9-E2D7-C27B-D50C-02137D13ACEB}"/>
          </ac:picMkLst>
        </pc:picChg>
        <pc:picChg chg="del">
          <ac:chgData name="ELISA OYAREGUI HERNANDO" userId="S::elisa.oyaregui@alumnos.upm.es::1c608b1f-43c1-4c06-ac5b-26589682f707" providerId="AD" clId="Web-{763237C4-64D2-CCAE-26FB-027B048DDAF4}" dt="2024-12-14T16:52:44.580" v="694"/>
          <ac:picMkLst>
            <pc:docMk/>
            <pc:sldMk cId="4142595594" sldId="259"/>
            <ac:picMk id="8" creationId="{2C3A5C33-09FE-F887-A505-FE97812E7602}"/>
          </ac:picMkLst>
        </pc:picChg>
      </pc:sldChg>
      <pc:sldChg chg="addSp delSp modSp">
        <pc:chgData name="ELISA OYAREGUI HERNANDO" userId="S::elisa.oyaregui@alumnos.upm.es::1c608b1f-43c1-4c06-ac5b-26589682f707" providerId="AD" clId="Web-{763237C4-64D2-CCAE-26FB-027B048DDAF4}" dt="2024-12-14T16:44:32.721" v="693" actId="20577"/>
        <pc:sldMkLst>
          <pc:docMk/>
          <pc:sldMk cId="3983769427" sldId="262"/>
        </pc:sldMkLst>
        <pc:spChg chg="add del mod">
          <ac:chgData name="ELISA OYAREGUI HERNANDO" userId="S::elisa.oyaregui@alumnos.upm.es::1c608b1f-43c1-4c06-ac5b-26589682f707" providerId="AD" clId="Web-{763237C4-64D2-CCAE-26FB-027B048DDAF4}" dt="2024-12-14T16:27:46.487" v="93"/>
          <ac:spMkLst>
            <pc:docMk/>
            <pc:sldMk cId="3983769427" sldId="262"/>
            <ac:spMk id="2" creationId="{2B081837-600D-C202-1C88-E47010F8B729}"/>
          </ac:spMkLst>
        </pc:spChg>
        <pc:spChg chg="add mod">
          <ac:chgData name="ELISA OYAREGUI HERNANDO" userId="S::elisa.oyaregui@alumnos.upm.es::1c608b1f-43c1-4c06-ac5b-26589682f707" providerId="AD" clId="Web-{763237C4-64D2-CCAE-26FB-027B048DDAF4}" dt="2024-12-14T16:31:55.245" v="261" actId="20577"/>
          <ac:spMkLst>
            <pc:docMk/>
            <pc:sldMk cId="3983769427" sldId="262"/>
            <ac:spMk id="4" creationId="{52E8C7AB-EEFA-513F-C0AC-87F13F44B98D}"/>
          </ac:spMkLst>
        </pc:spChg>
        <pc:spChg chg="add mod">
          <ac:chgData name="ELISA OYAREGUI HERNANDO" userId="S::elisa.oyaregui@alumnos.upm.es::1c608b1f-43c1-4c06-ac5b-26589682f707" providerId="AD" clId="Web-{763237C4-64D2-CCAE-26FB-027B048DDAF4}" dt="2024-12-14T16:44:32.721" v="693" actId="20577"/>
          <ac:spMkLst>
            <pc:docMk/>
            <pc:sldMk cId="3983769427" sldId="262"/>
            <ac:spMk id="14" creationId="{CB1A6C99-DB7E-B2DA-22E1-C5CBB05702C5}"/>
          </ac:spMkLst>
        </pc:spChg>
        <pc:picChg chg="add mod">
          <ac:chgData name="ELISA OYAREGUI HERNANDO" userId="S::elisa.oyaregui@alumnos.upm.es::1c608b1f-43c1-4c06-ac5b-26589682f707" providerId="AD" clId="Web-{763237C4-64D2-CCAE-26FB-027B048DDAF4}" dt="2024-12-14T16:38:09.741" v="293" actId="1076"/>
          <ac:picMkLst>
            <pc:docMk/>
            <pc:sldMk cId="3983769427" sldId="262"/>
            <ac:picMk id="5" creationId="{E3B22141-0A13-DDA5-E260-988E5DF06E21}"/>
          </ac:picMkLst>
        </pc:picChg>
        <pc:picChg chg="add del mod">
          <ac:chgData name="ELISA OYAREGUI HERNANDO" userId="S::elisa.oyaregui@alumnos.upm.es::1c608b1f-43c1-4c06-ac5b-26589682f707" providerId="AD" clId="Web-{763237C4-64D2-CCAE-26FB-027B048DDAF4}" dt="2024-12-14T16:33:22.279" v="264"/>
          <ac:picMkLst>
            <pc:docMk/>
            <pc:sldMk cId="3983769427" sldId="262"/>
            <ac:picMk id="7" creationId="{7A96B67F-EEFC-9F4F-5677-DB2CAD22DF69}"/>
          </ac:picMkLst>
        </pc:picChg>
        <pc:picChg chg="add mod">
          <ac:chgData name="ELISA OYAREGUI HERNANDO" userId="S::elisa.oyaregui@alumnos.upm.es::1c608b1f-43c1-4c06-ac5b-26589682f707" providerId="AD" clId="Web-{763237C4-64D2-CCAE-26FB-027B048DDAF4}" dt="2024-12-14T16:37:01.192" v="283" actId="1076"/>
          <ac:picMkLst>
            <pc:docMk/>
            <pc:sldMk cId="3983769427" sldId="262"/>
            <ac:picMk id="8" creationId="{46715041-CE8C-E7E2-348C-008E018996D0}"/>
          </ac:picMkLst>
        </pc:picChg>
        <pc:picChg chg="add mod">
          <ac:chgData name="ELISA OYAREGUI HERNANDO" userId="S::elisa.oyaregui@alumnos.upm.es::1c608b1f-43c1-4c06-ac5b-26589682f707" providerId="AD" clId="Web-{763237C4-64D2-CCAE-26FB-027B048DDAF4}" dt="2024-12-14T16:37:03.223" v="284" actId="1076"/>
          <ac:picMkLst>
            <pc:docMk/>
            <pc:sldMk cId="3983769427" sldId="262"/>
            <ac:picMk id="9" creationId="{ECA2FA52-6709-081D-C6F9-80543DB28758}"/>
          </ac:picMkLst>
        </pc:picChg>
        <pc:picChg chg="add mod">
          <ac:chgData name="ELISA OYAREGUI HERNANDO" userId="S::elisa.oyaregui@alumnos.upm.es::1c608b1f-43c1-4c06-ac5b-26589682f707" providerId="AD" clId="Web-{763237C4-64D2-CCAE-26FB-027B048DDAF4}" dt="2024-12-14T16:37:05.004" v="285" actId="1076"/>
          <ac:picMkLst>
            <pc:docMk/>
            <pc:sldMk cId="3983769427" sldId="262"/>
            <ac:picMk id="10" creationId="{3525C4DD-C380-749F-947D-772507AD39D2}"/>
          </ac:picMkLst>
        </pc:picChg>
        <pc:picChg chg="add mod">
          <ac:chgData name="ELISA OYAREGUI HERNANDO" userId="S::elisa.oyaregui@alumnos.upm.es::1c608b1f-43c1-4c06-ac5b-26589682f707" providerId="AD" clId="Web-{763237C4-64D2-CCAE-26FB-027B048DDAF4}" dt="2024-12-14T16:38:07.647" v="292" actId="1076"/>
          <ac:picMkLst>
            <pc:docMk/>
            <pc:sldMk cId="3983769427" sldId="262"/>
            <ac:picMk id="12" creationId="{3BC7D887-E6C8-7D4B-EF2E-4DD5E01FAE26}"/>
          </ac:picMkLst>
        </pc:picChg>
      </pc:sldChg>
      <pc:sldChg chg="modSp">
        <pc:chgData name="ELISA OYAREGUI HERNANDO" userId="S::elisa.oyaregui@alumnos.upm.es::1c608b1f-43c1-4c06-ac5b-26589682f707" providerId="AD" clId="Web-{763237C4-64D2-CCAE-26FB-027B048DDAF4}" dt="2024-12-14T16:27:06.861" v="74" actId="20577"/>
        <pc:sldMkLst>
          <pc:docMk/>
          <pc:sldMk cId="3776021385" sldId="266"/>
        </pc:sldMkLst>
        <pc:spChg chg="mod">
          <ac:chgData name="ELISA OYAREGUI HERNANDO" userId="S::elisa.oyaregui@alumnos.upm.es::1c608b1f-43c1-4c06-ac5b-26589682f707" providerId="AD" clId="Web-{763237C4-64D2-CCAE-26FB-027B048DDAF4}" dt="2024-12-14T16:27:06.861" v="74" actId="20577"/>
          <ac:spMkLst>
            <pc:docMk/>
            <pc:sldMk cId="3776021385" sldId="266"/>
            <ac:spMk id="2" creationId="{A83C4C70-6B46-E5AE-B780-70B6D0800F5D}"/>
          </ac:spMkLst>
        </pc:spChg>
        <pc:spChg chg="mod">
          <ac:chgData name="ELISA OYAREGUI HERNANDO" userId="S::elisa.oyaregui@alumnos.upm.es::1c608b1f-43c1-4c06-ac5b-26589682f707" providerId="AD" clId="Web-{763237C4-64D2-CCAE-26FB-027B048DDAF4}" dt="2024-12-14T15:21:40.309" v="8" actId="14100"/>
          <ac:spMkLst>
            <pc:docMk/>
            <pc:sldMk cId="3776021385" sldId="266"/>
            <ac:spMk id="6" creationId="{D3850237-940F-32C3-B1D2-B39CE84AC6C4}"/>
          </ac:spMkLst>
        </pc:spChg>
        <pc:picChg chg="mod">
          <ac:chgData name="ELISA OYAREGUI HERNANDO" userId="S::elisa.oyaregui@alumnos.upm.es::1c608b1f-43c1-4c06-ac5b-26589682f707" providerId="AD" clId="Web-{763237C4-64D2-CCAE-26FB-027B048DDAF4}" dt="2024-12-14T15:21:48.497" v="11" actId="1076"/>
          <ac:picMkLst>
            <pc:docMk/>
            <pc:sldMk cId="3776021385" sldId="266"/>
            <ac:picMk id="4" creationId="{A050034E-C487-D322-7487-2F8A0A39B217}"/>
          </ac:picMkLst>
        </pc:picChg>
      </pc:sldChg>
      <pc:sldChg chg="modSp">
        <pc:chgData name="ELISA OYAREGUI HERNANDO" userId="S::elisa.oyaregui@alumnos.upm.es::1c608b1f-43c1-4c06-ac5b-26589682f707" providerId="AD" clId="Web-{763237C4-64D2-CCAE-26FB-027B048DDAF4}" dt="2024-12-14T16:27:29.658" v="76" actId="20577"/>
        <pc:sldMkLst>
          <pc:docMk/>
          <pc:sldMk cId="119071050" sldId="270"/>
        </pc:sldMkLst>
        <pc:spChg chg="mod">
          <ac:chgData name="ELISA OYAREGUI HERNANDO" userId="S::elisa.oyaregui@alumnos.upm.es::1c608b1f-43c1-4c06-ac5b-26589682f707" providerId="AD" clId="Web-{763237C4-64D2-CCAE-26FB-027B048DDAF4}" dt="2024-12-14T16:27:29.658" v="76" actId="20577"/>
          <ac:spMkLst>
            <pc:docMk/>
            <pc:sldMk cId="119071050" sldId="270"/>
            <ac:spMk id="2" creationId="{A7306000-5297-73A8-EB6F-44E3B797160D}"/>
          </ac:spMkLst>
        </pc:spChg>
        <pc:spChg chg="mod">
          <ac:chgData name="ELISA OYAREGUI HERNANDO" userId="S::elisa.oyaregui@alumnos.upm.es::1c608b1f-43c1-4c06-ac5b-26589682f707" providerId="AD" clId="Web-{763237C4-64D2-CCAE-26FB-027B048DDAF4}" dt="2024-12-14T15:23:29.959" v="64" actId="20577"/>
          <ac:spMkLst>
            <pc:docMk/>
            <pc:sldMk cId="119071050" sldId="270"/>
            <ac:spMk id="6" creationId="{4949E16A-1CA5-EFEB-207F-2A7782CD24E5}"/>
          </ac:spMkLst>
        </pc:spChg>
        <pc:picChg chg="mod">
          <ac:chgData name="ELISA OYAREGUI HERNANDO" userId="S::elisa.oyaregui@alumnos.upm.es::1c608b1f-43c1-4c06-ac5b-26589682f707" providerId="AD" clId="Web-{763237C4-64D2-CCAE-26FB-027B048DDAF4}" dt="2024-12-14T15:24:13.242" v="67" actId="1076"/>
          <ac:picMkLst>
            <pc:docMk/>
            <pc:sldMk cId="119071050" sldId="270"/>
            <ac:picMk id="8" creationId="{3C3ADF95-AB43-6397-B3A3-F5CA43D0C3C1}"/>
          </ac:picMkLst>
        </pc:picChg>
        <pc:picChg chg="mod">
          <ac:chgData name="ELISA OYAREGUI HERNANDO" userId="S::elisa.oyaregui@alumnos.upm.es::1c608b1f-43c1-4c06-ac5b-26589682f707" providerId="AD" clId="Web-{763237C4-64D2-CCAE-26FB-027B048DDAF4}" dt="2024-12-14T15:24:28.555" v="72" actId="14100"/>
          <ac:picMkLst>
            <pc:docMk/>
            <pc:sldMk cId="119071050" sldId="270"/>
            <ac:picMk id="10" creationId="{199A3CD0-0653-F6C9-1511-52E2FD5195ED}"/>
          </ac:picMkLst>
        </pc:picChg>
      </pc:sldChg>
    </pc:docChg>
  </pc:docChgLst>
  <pc:docChgLst>
    <pc:chgData name="PABLO LECOCQ RAEL" userId="835fe1af-f79d-4cfc-9f30-ed99a682485b" providerId="ADAL" clId="{B97B97CB-36DC-40ED-A117-4532475DC3FB}"/>
    <pc:docChg chg="undo custSel addSld delSld modSld">
      <pc:chgData name="PABLO LECOCQ RAEL" userId="835fe1af-f79d-4cfc-9f30-ed99a682485b" providerId="ADAL" clId="{B97B97CB-36DC-40ED-A117-4532475DC3FB}" dt="2024-12-15T16:55:39.595" v="5597" actId="2"/>
      <pc:docMkLst>
        <pc:docMk/>
      </pc:docMkLst>
      <pc:sldChg chg="modSp mod">
        <pc:chgData name="PABLO LECOCQ RAEL" userId="835fe1af-f79d-4cfc-9f30-ed99a682485b" providerId="ADAL" clId="{B97B97CB-36DC-40ED-A117-4532475DC3FB}" dt="2024-12-15T16:55:26.825" v="5576" actId="2"/>
        <pc:sldMkLst>
          <pc:docMk/>
          <pc:sldMk cId="4142595594" sldId="259"/>
        </pc:sldMkLst>
        <pc:spChg chg="mod">
          <ac:chgData name="PABLO LECOCQ RAEL" userId="835fe1af-f79d-4cfc-9f30-ed99a682485b" providerId="ADAL" clId="{B97B97CB-36DC-40ED-A117-4532475DC3FB}" dt="2024-12-15T16:55:26.825" v="5576" actId="2"/>
          <ac:spMkLst>
            <pc:docMk/>
            <pc:sldMk cId="4142595594" sldId="259"/>
            <ac:spMk id="7" creationId="{53CEDA9E-DF5F-9CBD-9826-973C1E46082C}"/>
          </ac:spMkLst>
        </pc:spChg>
      </pc:sldChg>
      <pc:sldChg chg="modSp mod">
        <pc:chgData name="PABLO LECOCQ RAEL" userId="835fe1af-f79d-4cfc-9f30-ed99a682485b" providerId="ADAL" clId="{B97B97CB-36DC-40ED-A117-4532475DC3FB}" dt="2024-12-15T16:55:28.184" v="5577" actId="2"/>
        <pc:sldMkLst>
          <pc:docMk/>
          <pc:sldMk cId="3983769427" sldId="262"/>
        </pc:sldMkLst>
        <pc:spChg chg="mod">
          <ac:chgData name="PABLO LECOCQ RAEL" userId="835fe1af-f79d-4cfc-9f30-ed99a682485b" providerId="ADAL" clId="{B97B97CB-36DC-40ED-A117-4532475DC3FB}" dt="2024-12-15T16:55:28.184" v="5577" actId="2"/>
          <ac:spMkLst>
            <pc:docMk/>
            <pc:sldMk cId="3983769427" sldId="262"/>
            <ac:spMk id="14" creationId="{CB1A6C99-DB7E-B2DA-22E1-C5CBB05702C5}"/>
          </ac:spMkLst>
        </pc:spChg>
      </pc:sldChg>
      <pc:sldChg chg="modSp mod">
        <pc:chgData name="PABLO LECOCQ RAEL" userId="835fe1af-f79d-4cfc-9f30-ed99a682485b" providerId="ADAL" clId="{B97B97CB-36DC-40ED-A117-4532475DC3FB}" dt="2024-12-15T16:55:39.595" v="5597" actId="2"/>
        <pc:sldMkLst>
          <pc:docMk/>
          <pc:sldMk cId="1612789711" sldId="264"/>
        </pc:sldMkLst>
        <pc:spChg chg="mod">
          <ac:chgData name="PABLO LECOCQ RAEL" userId="835fe1af-f79d-4cfc-9f30-ed99a682485b" providerId="ADAL" clId="{B97B97CB-36DC-40ED-A117-4532475DC3FB}" dt="2024-12-15T16:55:39.595" v="5597" actId="2"/>
          <ac:spMkLst>
            <pc:docMk/>
            <pc:sldMk cId="1612789711" sldId="264"/>
            <ac:spMk id="4" creationId="{641DDCC2-0CEA-54ED-8893-A0C1FC8F8149}"/>
          </ac:spMkLst>
        </pc:spChg>
      </pc:sldChg>
      <pc:sldChg chg="modSp mod">
        <pc:chgData name="PABLO LECOCQ RAEL" userId="835fe1af-f79d-4cfc-9f30-ed99a682485b" providerId="ADAL" clId="{B97B97CB-36DC-40ED-A117-4532475DC3FB}" dt="2024-12-15T16:55:38.991" v="5596" actId="2"/>
        <pc:sldMkLst>
          <pc:docMk/>
          <pc:sldMk cId="757140900" sldId="265"/>
        </pc:sldMkLst>
        <pc:spChg chg="mod">
          <ac:chgData name="PABLO LECOCQ RAEL" userId="835fe1af-f79d-4cfc-9f30-ed99a682485b" providerId="ADAL" clId="{B97B97CB-36DC-40ED-A117-4532475DC3FB}" dt="2024-12-15T16:55:38.104" v="5595" actId="2"/>
          <ac:spMkLst>
            <pc:docMk/>
            <pc:sldMk cId="757140900" sldId="265"/>
            <ac:spMk id="5" creationId="{1DD8519F-4348-C936-2F3B-ACEFE669EB78}"/>
          </ac:spMkLst>
        </pc:spChg>
        <pc:spChg chg="mod">
          <ac:chgData name="PABLO LECOCQ RAEL" userId="835fe1af-f79d-4cfc-9f30-ed99a682485b" providerId="ADAL" clId="{B97B97CB-36DC-40ED-A117-4532475DC3FB}" dt="2024-12-15T16:55:38.991" v="5596" actId="2"/>
          <ac:spMkLst>
            <pc:docMk/>
            <pc:sldMk cId="757140900" sldId="265"/>
            <ac:spMk id="8" creationId="{F4D63157-3A62-5384-8137-3B3D43A6AC34}"/>
          </ac:spMkLst>
        </pc:spChg>
      </pc:sldChg>
      <pc:sldChg chg="addSp modSp mod">
        <pc:chgData name="PABLO LECOCQ RAEL" userId="835fe1af-f79d-4cfc-9f30-ed99a682485b" providerId="ADAL" clId="{B97B97CB-36DC-40ED-A117-4532475DC3FB}" dt="2024-12-14T15:01:03.874" v="3487" actId="2711"/>
        <pc:sldMkLst>
          <pc:docMk/>
          <pc:sldMk cId="3776021385" sldId="266"/>
        </pc:sldMkLst>
        <pc:spChg chg="add mod">
          <ac:chgData name="PABLO LECOCQ RAEL" userId="835fe1af-f79d-4cfc-9f30-ed99a682485b" providerId="ADAL" clId="{B97B97CB-36DC-40ED-A117-4532475DC3FB}" dt="2024-12-14T15:01:03.874" v="3487" actId="2711"/>
          <ac:spMkLst>
            <pc:docMk/>
            <pc:sldMk cId="3776021385" sldId="266"/>
            <ac:spMk id="2" creationId="{A83C4C70-6B46-E5AE-B780-70B6D0800F5D}"/>
          </ac:spMkLst>
        </pc:spChg>
        <pc:spChg chg="mod">
          <ac:chgData name="PABLO LECOCQ RAEL" userId="835fe1af-f79d-4cfc-9f30-ed99a682485b" providerId="ADAL" clId="{B97B97CB-36DC-40ED-A117-4532475DC3FB}" dt="2024-12-14T14:31:51.172" v="3269" actId="20577"/>
          <ac:spMkLst>
            <pc:docMk/>
            <pc:sldMk cId="3776021385" sldId="266"/>
            <ac:spMk id="6" creationId="{D3850237-940F-32C3-B1D2-B39CE84AC6C4}"/>
          </ac:spMkLst>
        </pc:spChg>
        <pc:picChg chg="add mod">
          <ac:chgData name="PABLO LECOCQ RAEL" userId="835fe1af-f79d-4cfc-9f30-ed99a682485b" providerId="ADAL" clId="{B97B97CB-36DC-40ED-A117-4532475DC3FB}" dt="2024-12-14T14:02:51.208" v="1726" actId="1076"/>
          <ac:picMkLst>
            <pc:docMk/>
            <pc:sldMk cId="3776021385" sldId="266"/>
            <ac:picMk id="4" creationId="{A050034E-C487-D322-7487-2F8A0A39B217}"/>
          </ac:picMkLst>
        </pc:picChg>
      </pc:sldChg>
      <pc:sldChg chg="addSp delSp modSp add del mod addAnim">
        <pc:chgData name="PABLO LECOCQ RAEL" userId="835fe1af-f79d-4cfc-9f30-ed99a682485b" providerId="ADAL" clId="{B97B97CB-36DC-40ED-A117-4532475DC3FB}" dt="2024-12-14T14:30:17.092" v="3232" actId="47"/>
        <pc:sldMkLst>
          <pc:docMk/>
          <pc:sldMk cId="3713281000" sldId="269"/>
        </pc:sldMkLst>
        <pc:spChg chg="mod">
          <ac:chgData name="PABLO LECOCQ RAEL" userId="835fe1af-f79d-4cfc-9f30-ed99a682485b" providerId="ADAL" clId="{B97B97CB-36DC-40ED-A117-4532475DC3FB}" dt="2024-12-14T14:28:24.939" v="3213" actId="26606"/>
          <ac:spMkLst>
            <pc:docMk/>
            <pc:sldMk cId="3713281000" sldId="269"/>
            <ac:spMk id="2" creationId="{4F1383AD-3436-454D-FDA9-0C075FBAFEF0}"/>
          </ac:spMkLst>
        </pc:spChg>
        <pc:spChg chg="mod">
          <ac:chgData name="PABLO LECOCQ RAEL" userId="835fe1af-f79d-4cfc-9f30-ed99a682485b" providerId="ADAL" clId="{B97B97CB-36DC-40ED-A117-4532475DC3FB}" dt="2024-12-14T14:28:24.939" v="3213" actId="26606"/>
          <ac:spMkLst>
            <pc:docMk/>
            <pc:sldMk cId="3713281000" sldId="269"/>
            <ac:spMk id="6" creationId="{79AD59D0-1F11-9C69-A200-132985B99D53}"/>
          </ac:spMkLst>
        </pc:spChg>
        <pc:spChg chg="del">
          <ac:chgData name="PABLO LECOCQ RAEL" userId="835fe1af-f79d-4cfc-9f30-ed99a682485b" providerId="ADAL" clId="{B97B97CB-36DC-40ED-A117-4532475DC3FB}" dt="2024-12-14T14:07:09.855" v="1986" actId="26606"/>
          <ac:spMkLst>
            <pc:docMk/>
            <pc:sldMk cId="3713281000" sldId="269"/>
            <ac:spMk id="11" creationId="{41DAC823-A6B7-1E07-5109-5E06C2453F06}"/>
          </ac:spMkLst>
        </pc:spChg>
        <pc:spChg chg="del">
          <ac:chgData name="PABLO LECOCQ RAEL" userId="835fe1af-f79d-4cfc-9f30-ed99a682485b" providerId="ADAL" clId="{B97B97CB-36DC-40ED-A117-4532475DC3FB}" dt="2024-12-14T14:07:09.855" v="1986" actId="26606"/>
          <ac:spMkLst>
            <pc:docMk/>
            <pc:sldMk cId="3713281000" sldId="269"/>
            <ac:spMk id="13" creationId="{3780556D-A7DB-A3FB-2396-7FFB2DC411B6}"/>
          </ac:spMkLst>
        </pc:spChg>
        <pc:spChg chg="del">
          <ac:chgData name="PABLO LECOCQ RAEL" userId="835fe1af-f79d-4cfc-9f30-ed99a682485b" providerId="ADAL" clId="{B97B97CB-36DC-40ED-A117-4532475DC3FB}" dt="2024-12-14T14:07:09.855" v="1986" actId="26606"/>
          <ac:spMkLst>
            <pc:docMk/>
            <pc:sldMk cId="3713281000" sldId="269"/>
            <ac:spMk id="15" creationId="{F130A45C-B11D-3F63-33F0-CC03F602BBC5}"/>
          </ac:spMkLst>
        </pc:spChg>
        <pc:spChg chg="add del">
          <ac:chgData name="PABLO LECOCQ RAEL" userId="835fe1af-f79d-4cfc-9f30-ed99a682485b" providerId="ADAL" clId="{B97B97CB-36DC-40ED-A117-4532475DC3FB}" dt="2024-12-14T14:07:47.038" v="1994" actId="26606"/>
          <ac:spMkLst>
            <pc:docMk/>
            <pc:sldMk cId="3713281000" sldId="269"/>
            <ac:spMk id="20" creationId="{ECC07320-C2CA-4E29-8481-9D9E143C7788}"/>
          </ac:spMkLst>
        </pc:spChg>
        <pc:spChg chg="add del">
          <ac:chgData name="PABLO LECOCQ RAEL" userId="835fe1af-f79d-4cfc-9f30-ed99a682485b" providerId="ADAL" clId="{B97B97CB-36DC-40ED-A117-4532475DC3FB}" dt="2024-12-14T14:07:47.038" v="1994" actId="26606"/>
          <ac:spMkLst>
            <pc:docMk/>
            <pc:sldMk cId="3713281000" sldId="269"/>
            <ac:spMk id="22" creationId="{178FB36B-5BFE-42CA-BC60-1115E0D95EEC}"/>
          </ac:spMkLst>
        </pc:spChg>
        <pc:spChg chg="add del">
          <ac:chgData name="PABLO LECOCQ RAEL" userId="835fe1af-f79d-4cfc-9f30-ed99a682485b" providerId="ADAL" clId="{B97B97CB-36DC-40ED-A117-4532475DC3FB}" dt="2024-12-14T14:11:56.754" v="2002" actId="26606"/>
          <ac:spMkLst>
            <pc:docMk/>
            <pc:sldMk cId="3713281000" sldId="269"/>
            <ac:spMk id="27" creationId="{04812C46-200A-4DEB-A05E-3ED6C68C2387}"/>
          </ac:spMkLst>
        </pc:spChg>
        <pc:spChg chg="add del">
          <ac:chgData name="PABLO LECOCQ RAEL" userId="835fe1af-f79d-4cfc-9f30-ed99a682485b" providerId="ADAL" clId="{B97B97CB-36DC-40ED-A117-4532475DC3FB}" dt="2024-12-14T14:11:56.754" v="2002" actId="26606"/>
          <ac:spMkLst>
            <pc:docMk/>
            <pc:sldMk cId="3713281000" sldId="269"/>
            <ac:spMk id="29" creationId="{D1EA859B-E555-4109-94F3-6700E046E008}"/>
          </ac:spMkLst>
        </pc:spChg>
        <pc:spChg chg="add del">
          <ac:chgData name="PABLO LECOCQ RAEL" userId="835fe1af-f79d-4cfc-9f30-ed99a682485b" providerId="ADAL" clId="{B97B97CB-36DC-40ED-A117-4532475DC3FB}" dt="2024-12-14T14:28:24.939" v="3213" actId="26606"/>
          <ac:spMkLst>
            <pc:docMk/>
            <pc:sldMk cId="3713281000" sldId="269"/>
            <ac:spMk id="34" creationId="{04812C46-200A-4DEB-A05E-3ED6C68C2387}"/>
          </ac:spMkLst>
        </pc:spChg>
        <pc:spChg chg="add del">
          <ac:chgData name="PABLO LECOCQ RAEL" userId="835fe1af-f79d-4cfc-9f30-ed99a682485b" providerId="ADAL" clId="{B97B97CB-36DC-40ED-A117-4532475DC3FB}" dt="2024-12-14T14:28:24.939" v="3213" actId="26606"/>
          <ac:spMkLst>
            <pc:docMk/>
            <pc:sldMk cId="3713281000" sldId="269"/>
            <ac:spMk id="36" creationId="{D1EA859B-E555-4109-94F3-6700E046E008}"/>
          </ac:spMkLst>
        </pc:spChg>
        <pc:spChg chg="add">
          <ac:chgData name="PABLO LECOCQ RAEL" userId="835fe1af-f79d-4cfc-9f30-ed99a682485b" providerId="ADAL" clId="{B97B97CB-36DC-40ED-A117-4532475DC3FB}" dt="2024-12-14T14:28:24.939" v="3213" actId="26606"/>
          <ac:spMkLst>
            <pc:docMk/>
            <pc:sldMk cId="3713281000" sldId="269"/>
            <ac:spMk id="41" creationId="{4F7EBAE4-9945-4473-9E34-B2C66EA0F03D}"/>
          </ac:spMkLst>
        </pc:spChg>
        <pc:spChg chg="add">
          <ac:chgData name="PABLO LECOCQ RAEL" userId="835fe1af-f79d-4cfc-9f30-ed99a682485b" providerId="ADAL" clId="{B97B97CB-36DC-40ED-A117-4532475DC3FB}" dt="2024-12-14T14:28:24.939" v="3213" actId="26606"/>
          <ac:spMkLst>
            <pc:docMk/>
            <pc:sldMk cId="3713281000" sldId="269"/>
            <ac:spMk id="43" creationId="{70BEB1E7-2F88-40BC-B73D-42E5B6F80BFC}"/>
          </ac:spMkLst>
        </pc:spChg>
        <pc:spChg chg="add">
          <ac:chgData name="PABLO LECOCQ RAEL" userId="835fe1af-f79d-4cfc-9f30-ed99a682485b" providerId="ADAL" clId="{B97B97CB-36DC-40ED-A117-4532475DC3FB}" dt="2024-12-14T14:28:24.939" v="3213" actId="26606"/>
          <ac:spMkLst>
            <pc:docMk/>
            <pc:sldMk cId="3713281000" sldId="269"/>
            <ac:spMk id="45" creationId="{A7B99495-F43F-4D80-A44F-2CB4764EB90B}"/>
          </ac:spMkLst>
        </pc:spChg>
        <pc:picChg chg="add del mod ord">
          <ac:chgData name="PABLO LECOCQ RAEL" userId="835fe1af-f79d-4cfc-9f30-ed99a682485b" providerId="ADAL" clId="{B97B97CB-36DC-40ED-A117-4532475DC3FB}" dt="2024-12-14T14:11:37.119" v="1999" actId="478"/>
          <ac:picMkLst>
            <pc:docMk/>
            <pc:sldMk cId="3713281000" sldId="269"/>
            <ac:picMk id="4" creationId="{87AB22BB-0F5F-366F-3703-AED2855D03B9}"/>
          </ac:picMkLst>
        </pc:picChg>
        <pc:picChg chg="add del mod ord modCrop">
          <ac:chgData name="PABLO LECOCQ RAEL" userId="835fe1af-f79d-4cfc-9f30-ed99a682485b" providerId="ADAL" clId="{B97B97CB-36DC-40ED-A117-4532475DC3FB}" dt="2024-12-14T14:29:44.289" v="3217" actId="478"/>
          <ac:picMkLst>
            <pc:docMk/>
            <pc:sldMk cId="3713281000" sldId="269"/>
            <ac:picMk id="7" creationId="{1401F552-D6D2-5D50-C5BB-FD056135A8CF}"/>
          </ac:picMkLst>
        </pc:picChg>
      </pc:sldChg>
      <pc:sldChg chg="addSp delSp modSp add mod">
        <pc:chgData name="PABLO LECOCQ RAEL" userId="835fe1af-f79d-4cfc-9f30-ed99a682485b" providerId="ADAL" clId="{B97B97CB-36DC-40ED-A117-4532475DC3FB}" dt="2024-12-15T16:55:32.600" v="5584" actId="2"/>
        <pc:sldMkLst>
          <pc:docMk/>
          <pc:sldMk cId="119071050" sldId="270"/>
        </pc:sldMkLst>
        <pc:spChg chg="mod">
          <ac:chgData name="PABLO LECOCQ RAEL" userId="835fe1af-f79d-4cfc-9f30-ed99a682485b" providerId="ADAL" clId="{B97B97CB-36DC-40ED-A117-4532475DC3FB}" dt="2024-12-15T16:55:32.600" v="5584" actId="2"/>
          <ac:spMkLst>
            <pc:docMk/>
            <pc:sldMk cId="119071050" sldId="270"/>
            <ac:spMk id="2" creationId="{A7306000-5297-73A8-EB6F-44E3B797160D}"/>
          </ac:spMkLst>
        </pc:spChg>
        <pc:spChg chg="mod">
          <ac:chgData name="PABLO LECOCQ RAEL" userId="835fe1af-f79d-4cfc-9f30-ed99a682485b" providerId="ADAL" clId="{B97B97CB-36DC-40ED-A117-4532475DC3FB}" dt="2024-12-14T14:35:54.424" v="3294" actId="20577"/>
          <ac:spMkLst>
            <pc:docMk/>
            <pc:sldMk cId="119071050" sldId="270"/>
            <ac:spMk id="6" creationId="{4949E16A-1CA5-EFEB-207F-2A7782CD24E5}"/>
          </ac:spMkLst>
        </pc:spChg>
        <pc:picChg chg="del">
          <ac:chgData name="PABLO LECOCQ RAEL" userId="835fe1af-f79d-4cfc-9f30-ed99a682485b" providerId="ADAL" clId="{B97B97CB-36DC-40ED-A117-4532475DC3FB}" dt="2024-12-14T14:30:14.571" v="3231" actId="478"/>
          <ac:picMkLst>
            <pc:docMk/>
            <pc:sldMk cId="119071050" sldId="270"/>
            <ac:picMk id="4" creationId="{86176F95-6364-51DB-8C94-13981A3B4D50}"/>
          </ac:picMkLst>
        </pc:picChg>
        <pc:picChg chg="add del mod">
          <ac:chgData name="PABLO LECOCQ RAEL" userId="835fe1af-f79d-4cfc-9f30-ed99a682485b" providerId="ADAL" clId="{B97B97CB-36DC-40ED-A117-4532475DC3FB}" dt="2024-12-14T14:57:50.391" v="3299" actId="478"/>
          <ac:picMkLst>
            <pc:docMk/>
            <pc:sldMk cId="119071050" sldId="270"/>
            <ac:picMk id="5" creationId="{AFD7F44E-8779-A907-EBF8-73A8511A2BEF}"/>
          </ac:picMkLst>
        </pc:picChg>
        <pc:picChg chg="add mod">
          <ac:chgData name="PABLO LECOCQ RAEL" userId="835fe1af-f79d-4cfc-9f30-ed99a682485b" providerId="ADAL" clId="{B97B97CB-36DC-40ED-A117-4532475DC3FB}" dt="2024-12-14T14:35:22.096" v="3292" actId="1076"/>
          <ac:picMkLst>
            <pc:docMk/>
            <pc:sldMk cId="119071050" sldId="270"/>
            <ac:picMk id="8" creationId="{3C3ADF95-AB43-6397-B3A3-F5CA43D0C3C1}"/>
          </ac:picMkLst>
        </pc:picChg>
        <pc:picChg chg="add mod">
          <ac:chgData name="PABLO LECOCQ RAEL" userId="835fe1af-f79d-4cfc-9f30-ed99a682485b" providerId="ADAL" clId="{B97B97CB-36DC-40ED-A117-4532475DC3FB}" dt="2024-12-14T14:58:00.521" v="3303" actId="14100"/>
          <ac:picMkLst>
            <pc:docMk/>
            <pc:sldMk cId="119071050" sldId="270"/>
            <ac:picMk id="10" creationId="{199A3CD0-0653-F6C9-1511-52E2FD5195ED}"/>
          </ac:picMkLst>
        </pc:picChg>
      </pc:sldChg>
      <pc:sldChg chg="modSp mod">
        <pc:chgData name="PABLO LECOCQ RAEL" userId="835fe1af-f79d-4cfc-9f30-ed99a682485b" providerId="ADAL" clId="{B97B97CB-36DC-40ED-A117-4532475DC3FB}" dt="2024-12-14T21:47:30.775" v="3490" actId="20577"/>
        <pc:sldMkLst>
          <pc:docMk/>
          <pc:sldMk cId="2748275150" sldId="271"/>
        </pc:sldMkLst>
        <pc:spChg chg="mod">
          <ac:chgData name="PABLO LECOCQ RAEL" userId="835fe1af-f79d-4cfc-9f30-ed99a682485b" providerId="ADAL" clId="{B97B97CB-36DC-40ED-A117-4532475DC3FB}" dt="2024-12-14T21:47:30.775" v="3490" actId="20577"/>
          <ac:spMkLst>
            <pc:docMk/>
            <pc:sldMk cId="2748275150" sldId="271"/>
            <ac:spMk id="16" creationId="{7DD17EBA-F0E9-CE4A-F1AC-DDBAEC27DBB5}"/>
          </ac:spMkLst>
        </pc:spChg>
      </pc:sldChg>
      <pc:sldChg chg="addSp delSp modSp add mod">
        <pc:chgData name="PABLO LECOCQ RAEL" userId="835fe1af-f79d-4cfc-9f30-ed99a682485b" providerId="ADAL" clId="{B97B97CB-36DC-40ED-A117-4532475DC3FB}" dt="2024-12-15T15:53:45.592" v="5575" actId="1076"/>
        <pc:sldMkLst>
          <pc:docMk/>
          <pc:sldMk cId="2064977952" sldId="278"/>
        </pc:sldMkLst>
        <pc:spChg chg="add del mod">
          <ac:chgData name="PABLO LECOCQ RAEL" userId="835fe1af-f79d-4cfc-9f30-ed99a682485b" providerId="ADAL" clId="{B97B97CB-36DC-40ED-A117-4532475DC3FB}" dt="2024-12-15T15:52:44.399" v="5569" actId="478"/>
          <ac:spMkLst>
            <pc:docMk/>
            <pc:sldMk cId="2064977952" sldId="278"/>
            <ac:spMk id="2" creationId="{EB262074-3D34-A95F-183B-0CEB951ECD6F}"/>
          </ac:spMkLst>
        </pc:spChg>
        <pc:picChg chg="add mod">
          <ac:chgData name="PABLO LECOCQ RAEL" userId="835fe1af-f79d-4cfc-9f30-ed99a682485b" providerId="ADAL" clId="{B97B97CB-36DC-40ED-A117-4532475DC3FB}" dt="2024-12-15T15:43:27.516" v="5362" actId="1076"/>
          <ac:picMkLst>
            <pc:docMk/>
            <pc:sldMk cId="2064977952" sldId="278"/>
            <ac:picMk id="4" creationId="{E0A17AD7-2F99-1439-7AD6-0F9860DD837B}"/>
          </ac:picMkLst>
        </pc:picChg>
        <pc:picChg chg="add mod">
          <ac:chgData name="PABLO LECOCQ RAEL" userId="835fe1af-f79d-4cfc-9f30-ed99a682485b" providerId="ADAL" clId="{B97B97CB-36DC-40ED-A117-4532475DC3FB}" dt="2024-12-15T15:34:15.102" v="4192" actId="1076"/>
          <ac:picMkLst>
            <pc:docMk/>
            <pc:sldMk cId="2064977952" sldId="278"/>
            <ac:picMk id="7" creationId="{084FE274-548C-F0EE-AEAF-3406004A9A37}"/>
          </ac:picMkLst>
        </pc:picChg>
        <pc:picChg chg="del">
          <ac:chgData name="PABLO LECOCQ RAEL" userId="835fe1af-f79d-4cfc-9f30-ed99a682485b" providerId="ADAL" clId="{B97B97CB-36DC-40ED-A117-4532475DC3FB}" dt="2024-12-15T15:27:51.209" v="3492" actId="478"/>
          <ac:picMkLst>
            <pc:docMk/>
            <pc:sldMk cId="2064977952" sldId="278"/>
            <ac:picMk id="8" creationId="{F4FD4F0E-D384-45F0-A766-06AB217326E8}"/>
          </ac:picMkLst>
        </pc:picChg>
        <pc:picChg chg="del">
          <ac:chgData name="PABLO LECOCQ RAEL" userId="835fe1af-f79d-4cfc-9f30-ed99a682485b" providerId="ADAL" clId="{B97B97CB-36DC-40ED-A117-4532475DC3FB}" dt="2024-12-15T15:27:53.743" v="3493" actId="478"/>
          <ac:picMkLst>
            <pc:docMk/>
            <pc:sldMk cId="2064977952" sldId="278"/>
            <ac:picMk id="10" creationId="{54D654AE-63FA-59D9-E14C-7A2F2DAC647E}"/>
          </ac:picMkLst>
        </pc:picChg>
        <pc:picChg chg="add mod">
          <ac:chgData name="PABLO LECOCQ RAEL" userId="835fe1af-f79d-4cfc-9f30-ed99a682485b" providerId="ADAL" clId="{B97B97CB-36DC-40ED-A117-4532475DC3FB}" dt="2024-12-15T15:43:25.989" v="5361" actId="1076"/>
          <ac:picMkLst>
            <pc:docMk/>
            <pc:sldMk cId="2064977952" sldId="278"/>
            <ac:picMk id="12" creationId="{BBF1E5E6-B81D-3EBB-49E9-8E60290E930C}"/>
          </ac:picMkLst>
        </pc:picChg>
        <pc:picChg chg="add del mod">
          <ac:chgData name="PABLO LECOCQ RAEL" userId="835fe1af-f79d-4cfc-9f30-ed99a682485b" providerId="ADAL" clId="{B97B97CB-36DC-40ED-A117-4532475DC3FB}" dt="2024-12-15T15:52:47.183" v="5570" actId="478"/>
          <ac:picMkLst>
            <pc:docMk/>
            <pc:sldMk cId="2064977952" sldId="278"/>
            <ac:picMk id="16" creationId="{7B23AB50-9D94-F30C-1CD7-BF5219BA81D4}"/>
          </ac:picMkLst>
        </pc:picChg>
        <pc:picChg chg="add mod">
          <ac:chgData name="PABLO LECOCQ RAEL" userId="835fe1af-f79d-4cfc-9f30-ed99a682485b" providerId="ADAL" clId="{B97B97CB-36DC-40ED-A117-4532475DC3FB}" dt="2024-12-15T15:53:45.592" v="5575" actId="1076"/>
          <ac:picMkLst>
            <pc:docMk/>
            <pc:sldMk cId="2064977952" sldId="278"/>
            <ac:picMk id="18" creationId="{72BA1F25-4579-5062-B2A4-96504D6F9B0B}"/>
          </ac:picMkLst>
        </pc:picChg>
        <pc:picChg chg="add mod">
          <ac:chgData name="PABLO LECOCQ RAEL" userId="835fe1af-f79d-4cfc-9f30-ed99a682485b" providerId="ADAL" clId="{B97B97CB-36DC-40ED-A117-4532475DC3FB}" dt="2024-12-15T15:52:52.264" v="5573" actId="1076"/>
          <ac:picMkLst>
            <pc:docMk/>
            <pc:sldMk cId="2064977952" sldId="278"/>
            <ac:picMk id="20" creationId="{1C77DBA4-219A-6258-C26A-1F92448BD093}"/>
          </ac:picMkLst>
        </pc:picChg>
      </pc:sldChg>
    </pc:docChg>
  </pc:docChgLst>
  <pc:docChgLst>
    <pc:chgData name="ELISA OYAREGUI HERNANDO" userId="S::elisa.oyaregui@alumnos.upm.es::1c608b1f-43c1-4c06-ac5b-26589682f707" providerId="AD" clId="Web-{1CF03B05-1366-2582-C343-DFDB5A802DDC}"/>
    <pc:docChg chg="modSld">
      <pc:chgData name="ELISA OYAREGUI HERNANDO" userId="S::elisa.oyaregui@alumnos.upm.es::1c608b1f-43c1-4c06-ac5b-26589682f707" providerId="AD" clId="Web-{1CF03B05-1366-2582-C343-DFDB5A802DDC}" dt="2024-12-14T18:42:59.528" v="4" actId="20577"/>
      <pc:docMkLst>
        <pc:docMk/>
      </pc:docMkLst>
      <pc:sldChg chg="modSp">
        <pc:chgData name="ELISA OYAREGUI HERNANDO" userId="S::elisa.oyaregui@alumnos.upm.es::1c608b1f-43c1-4c06-ac5b-26589682f707" providerId="AD" clId="Web-{1CF03B05-1366-2582-C343-DFDB5A802DDC}" dt="2024-12-14T18:42:59.528" v="4" actId="20577"/>
        <pc:sldMkLst>
          <pc:docMk/>
          <pc:sldMk cId="1946640077" sldId="268"/>
        </pc:sldMkLst>
        <pc:spChg chg="mod">
          <ac:chgData name="ELISA OYAREGUI HERNANDO" userId="S::elisa.oyaregui@alumnos.upm.es::1c608b1f-43c1-4c06-ac5b-26589682f707" providerId="AD" clId="Web-{1CF03B05-1366-2582-C343-DFDB5A802DDC}" dt="2024-12-14T18:42:59.528" v="4" actId="20577"/>
          <ac:spMkLst>
            <pc:docMk/>
            <pc:sldMk cId="1946640077" sldId="268"/>
            <ac:spMk id="4" creationId="{C06F5D60-C2B6-B68C-D255-1254F0362FEB}"/>
          </ac:spMkLst>
        </pc:spChg>
      </pc:sldChg>
    </pc:docChg>
  </pc:docChgLst>
  <pc:docChgLst>
    <pc:chgData name="FRANCISCO JAVIER PULIDO CABANILLAS" userId="S::javier.pulido.cabanillas@alumnos.upm.es::a5b2b4d2-345e-46b3-99cd-fb716e74251a" providerId="AD" clId="Web-{E520B424-3347-D056-94C0-3CD74E4767E0}"/>
    <pc:docChg chg="addSld modSld sldOrd">
      <pc:chgData name="FRANCISCO JAVIER PULIDO CABANILLAS" userId="S::javier.pulido.cabanillas@alumnos.upm.es::a5b2b4d2-345e-46b3-99cd-fb716e74251a" providerId="AD" clId="Web-{E520B424-3347-D056-94C0-3CD74E4767E0}" dt="2024-12-15T13:10:38.398" v="4237" actId="20577"/>
      <pc:docMkLst>
        <pc:docMk/>
      </pc:docMkLst>
      <pc:sldChg chg="modSp">
        <pc:chgData name="FRANCISCO JAVIER PULIDO CABANILLAS" userId="S::javier.pulido.cabanillas@alumnos.upm.es::a5b2b4d2-345e-46b3-99cd-fb716e74251a" providerId="AD" clId="Web-{E520B424-3347-D056-94C0-3CD74E4767E0}" dt="2024-12-15T11:12:03.266" v="1407" actId="1076"/>
        <pc:sldMkLst>
          <pc:docMk/>
          <pc:sldMk cId="1612789711" sldId="264"/>
        </pc:sldMkLst>
        <pc:spChg chg="mod">
          <ac:chgData name="FRANCISCO JAVIER PULIDO CABANILLAS" userId="S::javier.pulido.cabanillas@alumnos.upm.es::a5b2b4d2-345e-46b3-99cd-fb716e74251a" providerId="AD" clId="Web-{E520B424-3347-D056-94C0-3CD74E4767E0}" dt="2024-12-15T11:11:57.016" v="1405" actId="1076"/>
          <ac:spMkLst>
            <pc:docMk/>
            <pc:sldMk cId="1612789711" sldId="264"/>
            <ac:spMk id="4" creationId="{641DDCC2-0CEA-54ED-8893-A0C1FC8F8149}"/>
          </ac:spMkLst>
        </pc:spChg>
        <pc:spChg chg="mod">
          <ac:chgData name="FRANCISCO JAVIER PULIDO CABANILLAS" userId="S::javier.pulido.cabanillas@alumnos.upm.es::a5b2b4d2-345e-46b3-99cd-fb716e74251a" providerId="AD" clId="Web-{E520B424-3347-D056-94C0-3CD74E4767E0}" dt="2024-12-15T11:11:59.719" v="1406" actId="1076"/>
          <ac:spMkLst>
            <pc:docMk/>
            <pc:sldMk cId="1612789711" sldId="264"/>
            <ac:spMk id="5" creationId="{93D3BA88-165F-CD53-E789-AAEED14F876B}"/>
          </ac:spMkLst>
        </pc:spChg>
        <pc:spChg chg="mod">
          <ac:chgData name="FRANCISCO JAVIER PULIDO CABANILLAS" userId="S::javier.pulido.cabanillas@alumnos.upm.es::a5b2b4d2-345e-46b3-99cd-fb716e74251a" providerId="AD" clId="Web-{E520B424-3347-D056-94C0-3CD74E4767E0}" dt="2024-12-15T11:11:51.469" v="1403" actId="1076"/>
          <ac:spMkLst>
            <pc:docMk/>
            <pc:sldMk cId="1612789711" sldId="264"/>
            <ac:spMk id="6" creationId="{39472278-D8B1-2D4D-1AF9-8CC01291677C}"/>
          </ac:spMkLst>
        </pc:spChg>
        <pc:spChg chg="mod">
          <ac:chgData name="FRANCISCO JAVIER PULIDO CABANILLAS" userId="S::javier.pulido.cabanillas@alumnos.upm.es::a5b2b4d2-345e-46b3-99cd-fb716e74251a" providerId="AD" clId="Web-{E520B424-3347-D056-94C0-3CD74E4767E0}" dt="2024-12-15T11:11:46.860" v="1402" actId="1076"/>
          <ac:spMkLst>
            <pc:docMk/>
            <pc:sldMk cId="1612789711" sldId="264"/>
            <ac:spMk id="7" creationId="{A10D0F9D-BC1C-5DEE-D562-D3DEAB180BB7}"/>
          </ac:spMkLst>
        </pc:spChg>
        <pc:picChg chg="mod">
          <ac:chgData name="FRANCISCO JAVIER PULIDO CABANILLAS" userId="S::javier.pulido.cabanillas@alumnos.upm.es::a5b2b4d2-345e-46b3-99cd-fb716e74251a" providerId="AD" clId="Web-{E520B424-3347-D056-94C0-3CD74E4767E0}" dt="2024-12-15T11:11:54.204" v="1404" actId="1076"/>
          <ac:picMkLst>
            <pc:docMk/>
            <pc:sldMk cId="1612789711" sldId="264"/>
            <ac:picMk id="3" creationId="{00F4A867-4199-47EC-0810-82EA203BD453}"/>
          </ac:picMkLst>
        </pc:picChg>
        <pc:picChg chg="mod">
          <ac:chgData name="FRANCISCO JAVIER PULIDO CABANILLAS" userId="S::javier.pulido.cabanillas@alumnos.upm.es::a5b2b4d2-345e-46b3-99cd-fb716e74251a" providerId="AD" clId="Web-{E520B424-3347-D056-94C0-3CD74E4767E0}" dt="2024-12-15T11:12:03.266" v="1407" actId="1076"/>
          <ac:picMkLst>
            <pc:docMk/>
            <pc:sldMk cId="1612789711" sldId="264"/>
            <ac:picMk id="9" creationId="{CFA1FEF4-174E-8A87-2E2B-EDD9B304F9C1}"/>
          </ac:picMkLst>
        </pc:picChg>
      </pc:sldChg>
      <pc:sldChg chg="modSp">
        <pc:chgData name="FRANCISCO JAVIER PULIDO CABANILLAS" userId="S::javier.pulido.cabanillas@alumnos.upm.es::a5b2b4d2-345e-46b3-99cd-fb716e74251a" providerId="AD" clId="Web-{E520B424-3347-D056-94C0-3CD74E4767E0}" dt="2024-12-15T13:09:54.974" v="4233" actId="20577"/>
        <pc:sldMkLst>
          <pc:docMk/>
          <pc:sldMk cId="2748275150" sldId="271"/>
        </pc:sldMkLst>
        <pc:spChg chg="mod">
          <ac:chgData name="FRANCISCO JAVIER PULIDO CABANILLAS" userId="S::javier.pulido.cabanillas@alumnos.upm.es::a5b2b4d2-345e-46b3-99cd-fb716e74251a" providerId="AD" clId="Web-{E520B424-3347-D056-94C0-3CD74E4767E0}" dt="2024-12-15T13:09:54.974" v="4233" actId="20577"/>
          <ac:spMkLst>
            <pc:docMk/>
            <pc:sldMk cId="2748275150" sldId="271"/>
            <ac:spMk id="7" creationId="{63B81C85-86B2-FBBD-FD75-D2D20AC6FFD2}"/>
          </ac:spMkLst>
        </pc:spChg>
      </pc:sldChg>
      <pc:sldChg chg="addSp modSp">
        <pc:chgData name="FRANCISCO JAVIER PULIDO CABANILLAS" userId="S::javier.pulido.cabanillas@alumnos.upm.es::a5b2b4d2-345e-46b3-99cd-fb716e74251a" providerId="AD" clId="Web-{E520B424-3347-D056-94C0-3CD74E4767E0}" dt="2024-12-15T12:45:04.344" v="3606" actId="20577"/>
        <pc:sldMkLst>
          <pc:docMk/>
          <pc:sldMk cId="3959702578" sldId="272"/>
        </pc:sldMkLst>
        <pc:spChg chg="add mod">
          <ac:chgData name="FRANCISCO JAVIER PULIDO CABANILLAS" userId="S::javier.pulido.cabanillas@alumnos.upm.es::a5b2b4d2-345e-46b3-99cd-fb716e74251a" providerId="AD" clId="Web-{E520B424-3347-D056-94C0-3CD74E4767E0}" dt="2024-12-15T12:45:04.344" v="3606" actId="20577"/>
          <ac:spMkLst>
            <pc:docMk/>
            <pc:sldMk cId="3959702578" sldId="272"/>
            <ac:spMk id="3" creationId="{C5DF1B12-75DC-3FBB-DA51-0B5BAD7AA073}"/>
          </ac:spMkLst>
        </pc:spChg>
        <pc:spChg chg="mod">
          <ac:chgData name="FRANCISCO JAVIER PULIDO CABANILLAS" userId="S::javier.pulido.cabanillas@alumnos.upm.es::a5b2b4d2-345e-46b3-99cd-fb716e74251a" providerId="AD" clId="Web-{E520B424-3347-D056-94C0-3CD74E4767E0}" dt="2024-12-15T11:31:47.407" v="2720" actId="14100"/>
          <ac:spMkLst>
            <pc:docMk/>
            <pc:sldMk cId="3959702578" sldId="272"/>
            <ac:spMk id="6" creationId="{CCD2AE65-1BA3-BDE5-B1F4-9E2C55927972}"/>
          </ac:spMkLst>
        </pc:spChg>
      </pc:sldChg>
      <pc:sldChg chg="addSp delSp modSp add replId">
        <pc:chgData name="FRANCISCO JAVIER PULIDO CABANILLAS" userId="S::javier.pulido.cabanillas@alumnos.upm.es::a5b2b4d2-345e-46b3-99cd-fb716e74251a" providerId="AD" clId="Web-{E520B424-3347-D056-94C0-3CD74E4767E0}" dt="2024-12-15T13:10:38.398" v="4237" actId="20577"/>
        <pc:sldMkLst>
          <pc:docMk/>
          <pc:sldMk cId="3641581040" sldId="273"/>
        </pc:sldMkLst>
        <pc:spChg chg="mod">
          <ac:chgData name="FRANCISCO JAVIER PULIDO CABANILLAS" userId="S::javier.pulido.cabanillas@alumnos.upm.es::a5b2b4d2-345e-46b3-99cd-fb716e74251a" providerId="AD" clId="Web-{E520B424-3347-D056-94C0-3CD74E4767E0}" dt="2024-12-15T13:10:38.398" v="4237" actId="20577"/>
          <ac:spMkLst>
            <pc:docMk/>
            <pc:sldMk cId="3641581040" sldId="273"/>
            <ac:spMk id="7" creationId="{63B81C85-86B2-FBBD-FD75-D2D20AC6FFD2}"/>
          </ac:spMkLst>
        </pc:spChg>
        <pc:spChg chg="del">
          <ac:chgData name="FRANCISCO JAVIER PULIDO CABANILLAS" userId="S::javier.pulido.cabanillas@alumnos.upm.es::a5b2b4d2-345e-46b3-99cd-fb716e74251a" providerId="AD" clId="Web-{E520B424-3347-D056-94C0-3CD74E4767E0}" dt="2024-12-15T11:01:53.592" v="440"/>
          <ac:spMkLst>
            <pc:docMk/>
            <pc:sldMk cId="3641581040" sldId="273"/>
            <ac:spMk id="16" creationId="{7DD17EBA-F0E9-CE4A-F1AC-DDBAEC27DBB5}"/>
          </ac:spMkLst>
        </pc:spChg>
        <pc:picChg chg="add del mod modCrop">
          <ac:chgData name="FRANCISCO JAVIER PULIDO CABANILLAS" userId="S::javier.pulido.cabanillas@alumnos.upm.es::a5b2b4d2-345e-46b3-99cd-fb716e74251a" providerId="AD" clId="Web-{E520B424-3347-D056-94C0-3CD74E4767E0}" dt="2024-12-15T11:13:42.488" v="1456"/>
          <ac:picMkLst>
            <pc:docMk/>
            <pc:sldMk cId="3641581040" sldId="273"/>
            <ac:picMk id="2" creationId="{0B36EA90-C620-4778-66D4-3E46F6149C81}"/>
          </ac:picMkLst>
        </pc:picChg>
        <pc:picChg chg="add mod">
          <ac:chgData name="FRANCISCO JAVIER PULIDO CABANILLAS" userId="S::javier.pulido.cabanillas@alumnos.upm.es::a5b2b4d2-345e-46b3-99cd-fb716e74251a" providerId="AD" clId="Web-{E520B424-3347-D056-94C0-3CD74E4767E0}" dt="2024-12-15T11:15:14.271" v="1469" actId="1076"/>
          <ac:picMkLst>
            <pc:docMk/>
            <pc:sldMk cId="3641581040" sldId="273"/>
            <ac:picMk id="3" creationId="{AED1B65E-E723-A995-2ACF-5FB4E0696105}"/>
          </ac:picMkLst>
        </pc:picChg>
        <pc:picChg chg="add mod">
          <ac:chgData name="FRANCISCO JAVIER PULIDO CABANILLAS" userId="S::javier.pulido.cabanillas@alumnos.upm.es::a5b2b4d2-345e-46b3-99cd-fb716e74251a" providerId="AD" clId="Web-{E520B424-3347-D056-94C0-3CD74E4767E0}" dt="2024-12-15T11:19:43.513" v="1526" actId="1076"/>
          <ac:picMkLst>
            <pc:docMk/>
            <pc:sldMk cId="3641581040" sldId="273"/>
            <ac:picMk id="4" creationId="{48C9DBA7-12D2-55F2-A778-35E9BF7FBD23}"/>
          </ac:picMkLst>
        </pc:picChg>
        <pc:picChg chg="add mod">
          <ac:chgData name="FRANCISCO JAVIER PULIDO CABANILLAS" userId="S::javier.pulido.cabanillas@alumnos.upm.es::a5b2b4d2-345e-46b3-99cd-fb716e74251a" providerId="AD" clId="Web-{E520B424-3347-D056-94C0-3CD74E4767E0}" dt="2024-12-15T11:19:45.950" v="1527" actId="1076"/>
          <ac:picMkLst>
            <pc:docMk/>
            <pc:sldMk cId="3641581040" sldId="273"/>
            <ac:picMk id="5" creationId="{19E5F165-49AE-1EAD-1A21-2306345190F8}"/>
          </ac:picMkLst>
        </pc:picChg>
        <pc:picChg chg="del">
          <ac:chgData name="FRANCISCO JAVIER PULIDO CABANILLAS" userId="S::javier.pulido.cabanillas@alumnos.upm.es::a5b2b4d2-345e-46b3-99cd-fb716e74251a" providerId="AD" clId="Web-{E520B424-3347-D056-94C0-3CD74E4767E0}" dt="2024-12-15T11:00:21.543" v="270"/>
          <ac:picMkLst>
            <pc:docMk/>
            <pc:sldMk cId="3641581040" sldId="273"/>
            <ac:picMk id="12" creationId="{5A5B8B1A-F314-DD09-A9B5-A64B3D374B55}"/>
          </ac:picMkLst>
        </pc:picChg>
        <pc:picChg chg="del">
          <ac:chgData name="FRANCISCO JAVIER PULIDO CABANILLAS" userId="S::javier.pulido.cabanillas@alumnos.upm.es::a5b2b4d2-345e-46b3-99cd-fb716e74251a" providerId="AD" clId="Web-{E520B424-3347-D056-94C0-3CD74E4767E0}" dt="2024-12-15T11:00:20.027" v="269"/>
          <ac:picMkLst>
            <pc:docMk/>
            <pc:sldMk cId="3641581040" sldId="273"/>
            <ac:picMk id="14" creationId="{07772790-3E82-24E6-1C51-00DF50B678FF}"/>
          </ac:picMkLst>
        </pc:picChg>
        <pc:picChg chg="del">
          <ac:chgData name="FRANCISCO JAVIER PULIDO CABANILLAS" userId="S::javier.pulido.cabanillas@alumnos.upm.es::a5b2b4d2-345e-46b3-99cd-fb716e74251a" providerId="AD" clId="Web-{E520B424-3347-D056-94C0-3CD74E4767E0}" dt="2024-12-15T11:00:23.824" v="271"/>
          <ac:picMkLst>
            <pc:docMk/>
            <pc:sldMk cId="3641581040" sldId="273"/>
            <ac:picMk id="18" creationId="{EC4E078E-6475-C1F8-5F9D-846FD515107F}"/>
          </ac:picMkLst>
        </pc:picChg>
      </pc:sldChg>
      <pc:sldChg chg="addSp delSp modSp add ord replId">
        <pc:chgData name="FRANCISCO JAVIER PULIDO CABANILLAS" userId="S::javier.pulido.cabanillas@alumnos.upm.es::a5b2b4d2-345e-46b3-99cd-fb716e74251a" providerId="AD" clId="Web-{E520B424-3347-D056-94C0-3CD74E4767E0}" dt="2024-12-15T12:30:59.689" v="3470" actId="20577"/>
        <pc:sldMkLst>
          <pc:docMk/>
          <pc:sldMk cId="4125380846" sldId="274"/>
        </pc:sldMkLst>
        <pc:spChg chg="mod">
          <ac:chgData name="FRANCISCO JAVIER PULIDO CABANILLAS" userId="S::javier.pulido.cabanillas@alumnos.upm.es::a5b2b4d2-345e-46b3-99cd-fb716e74251a" providerId="AD" clId="Web-{E520B424-3347-D056-94C0-3CD74E4767E0}" dt="2024-12-15T11:15:46.460" v="1486" actId="14100"/>
          <ac:spMkLst>
            <pc:docMk/>
            <pc:sldMk cId="4125380846" sldId="274"/>
            <ac:spMk id="6" creationId="{BBB52D73-0C0D-CE47-CF87-E7B76C8A5158}"/>
          </ac:spMkLst>
        </pc:spChg>
        <pc:spChg chg="del mod">
          <ac:chgData name="FRANCISCO JAVIER PULIDO CABANILLAS" userId="S::javier.pulido.cabanillas@alumnos.upm.es::a5b2b4d2-345e-46b3-99cd-fb716e74251a" providerId="AD" clId="Web-{E520B424-3347-D056-94C0-3CD74E4767E0}" dt="2024-12-15T11:16:23.601" v="1497"/>
          <ac:spMkLst>
            <pc:docMk/>
            <pc:sldMk cId="4125380846" sldId="274"/>
            <ac:spMk id="7" creationId="{63B81C85-86B2-FBBD-FD75-D2D20AC6FFD2}"/>
          </ac:spMkLst>
        </pc:spChg>
        <pc:spChg chg="add mod">
          <ac:chgData name="FRANCISCO JAVIER PULIDO CABANILLAS" userId="S::javier.pulido.cabanillas@alumnos.upm.es::a5b2b4d2-345e-46b3-99cd-fb716e74251a" providerId="AD" clId="Web-{E520B424-3347-D056-94C0-3CD74E4767E0}" dt="2024-12-15T12:30:59.689" v="3470" actId="20577"/>
          <ac:spMkLst>
            <pc:docMk/>
            <pc:sldMk cId="4125380846" sldId="274"/>
            <ac:spMk id="8" creationId="{A131B1E7-3A1E-FE90-0D50-BFD0DF84971D}"/>
          </ac:spMkLst>
        </pc:spChg>
        <pc:picChg chg="del">
          <ac:chgData name="FRANCISCO JAVIER PULIDO CABANILLAS" userId="S::javier.pulido.cabanillas@alumnos.upm.es::a5b2b4d2-345e-46b3-99cd-fb716e74251a" providerId="AD" clId="Web-{E520B424-3347-D056-94C0-3CD74E4767E0}" dt="2024-12-15T11:15:49.553" v="1487"/>
          <ac:picMkLst>
            <pc:docMk/>
            <pc:sldMk cId="4125380846" sldId="274"/>
            <ac:picMk id="3" creationId="{AED1B65E-E723-A995-2ACF-5FB4E0696105}"/>
          </ac:picMkLst>
        </pc:picChg>
        <pc:picChg chg="del">
          <ac:chgData name="FRANCISCO JAVIER PULIDO CABANILLAS" userId="S::javier.pulido.cabanillas@alumnos.upm.es::a5b2b4d2-345e-46b3-99cd-fb716e74251a" providerId="AD" clId="Web-{E520B424-3347-D056-94C0-3CD74E4767E0}" dt="2024-12-15T11:15:50.882" v="1488"/>
          <ac:picMkLst>
            <pc:docMk/>
            <pc:sldMk cId="4125380846" sldId="274"/>
            <ac:picMk id="4" creationId="{48C9DBA7-12D2-55F2-A778-35E9BF7FBD23}"/>
          </ac:picMkLst>
        </pc:picChg>
        <pc:picChg chg="del">
          <ac:chgData name="FRANCISCO JAVIER PULIDO CABANILLAS" userId="S::javier.pulido.cabanillas@alumnos.upm.es::a5b2b4d2-345e-46b3-99cd-fb716e74251a" providerId="AD" clId="Web-{E520B424-3347-D056-94C0-3CD74E4767E0}" dt="2024-12-15T11:15:51.819" v="1489"/>
          <ac:picMkLst>
            <pc:docMk/>
            <pc:sldMk cId="4125380846" sldId="274"/>
            <ac:picMk id="5" creationId="{19E5F165-49AE-1EAD-1A21-2306345190F8}"/>
          </ac:picMkLst>
        </pc:picChg>
      </pc:sldChg>
      <pc:sldChg chg="delSp modSp add ord replId">
        <pc:chgData name="FRANCISCO JAVIER PULIDO CABANILLAS" userId="S::javier.pulido.cabanillas@alumnos.upm.es::a5b2b4d2-345e-46b3-99cd-fb716e74251a" providerId="AD" clId="Web-{E520B424-3347-D056-94C0-3CD74E4767E0}" dt="2024-12-15T11:25:31.709" v="1992" actId="20577"/>
        <pc:sldMkLst>
          <pc:docMk/>
          <pc:sldMk cId="1167673302" sldId="275"/>
        </pc:sldMkLst>
        <pc:spChg chg="del">
          <ac:chgData name="FRANCISCO JAVIER PULIDO CABANILLAS" userId="S::javier.pulido.cabanillas@alumnos.upm.es::a5b2b4d2-345e-46b3-99cd-fb716e74251a" providerId="AD" clId="Web-{E520B424-3347-D056-94C0-3CD74E4767E0}" dt="2024-12-15T11:16:27.492" v="1498"/>
          <ac:spMkLst>
            <pc:docMk/>
            <pc:sldMk cId="1167673302" sldId="275"/>
            <ac:spMk id="2" creationId="{9C272341-BB23-424E-AFDD-2CD16A5E3C67}"/>
          </ac:spMkLst>
        </pc:spChg>
        <pc:spChg chg="del mod">
          <ac:chgData name="FRANCISCO JAVIER PULIDO CABANILLAS" userId="S::javier.pulido.cabanillas@alumnos.upm.es::a5b2b4d2-345e-46b3-99cd-fb716e74251a" providerId="AD" clId="Web-{E520B424-3347-D056-94C0-3CD74E4767E0}" dt="2024-12-15T11:20:28.561" v="1586"/>
          <ac:spMkLst>
            <pc:docMk/>
            <pc:sldMk cId="1167673302" sldId="275"/>
            <ac:spMk id="3" creationId="{C5DF1B12-75DC-3FBB-DA51-0B5BAD7AA073}"/>
          </ac:spMkLst>
        </pc:spChg>
        <pc:spChg chg="mod">
          <ac:chgData name="FRANCISCO JAVIER PULIDO CABANILLAS" userId="S::javier.pulido.cabanillas@alumnos.upm.es::a5b2b4d2-345e-46b3-99cd-fb716e74251a" providerId="AD" clId="Web-{E520B424-3347-D056-94C0-3CD74E4767E0}" dt="2024-12-15T11:16:34.305" v="1508" actId="20577"/>
          <ac:spMkLst>
            <pc:docMk/>
            <pc:sldMk cId="1167673302" sldId="275"/>
            <ac:spMk id="6" creationId="{CCD2AE65-1BA3-BDE5-B1F4-9E2C55927972}"/>
          </ac:spMkLst>
        </pc:spChg>
        <pc:spChg chg="mod">
          <ac:chgData name="FRANCISCO JAVIER PULIDO CABANILLAS" userId="S::javier.pulido.cabanillas@alumnos.upm.es::a5b2b4d2-345e-46b3-99cd-fb716e74251a" providerId="AD" clId="Web-{E520B424-3347-D056-94C0-3CD74E4767E0}" dt="2024-12-15T11:25:31.709" v="1992" actId="20577"/>
          <ac:spMkLst>
            <pc:docMk/>
            <pc:sldMk cId="1167673302" sldId="275"/>
            <ac:spMk id="7" creationId="{EED6D878-39A1-E54E-6F59-C61642750EEC}"/>
          </ac:spMkLst>
        </pc:spChg>
      </pc:sldChg>
      <pc:sldChg chg="modSp add replId">
        <pc:chgData name="FRANCISCO JAVIER PULIDO CABANILLAS" userId="S::javier.pulido.cabanillas@alumnos.upm.es::a5b2b4d2-345e-46b3-99cd-fb716e74251a" providerId="AD" clId="Web-{E520B424-3347-D056-94C0-3CD74E4767E0}" dt="2024-12-15T12:48:52.399" v="3944" actId="20577"/>
        <pc:sldMkLst>
          <pc:docMk/>
          <pc:sldMk cId="177403309" sldId="276"/>
        </pc:sldMkLst>
        <pc:spChg chg="mod">
          <ac:chgData name="FRANCISCO JAVIER PULIDO CABANILLAS" userId="S::javier.pulido.cabanillas@alumnos.upm.es::a5b2b4d2-345e-46b3-99cd-fb716e74251a" providerId="AD" clId="Web-{E520B424-3347-D056-94C0-3CD74E4767E0}" dt="2024-12-15T12:34:17.712" v="3480" actId="20577"/>
          <ac:spMkLst>
            <pc:docMk/>
            <pc:sldMk cId="177403309" sldId="276"/>
            <ac:spMk id="6" creationId="{BBB52D73-0C0D-CE47-CF87-E7B76C8A5158}"/>
          </ac:spMkLst>
        </pc:spChg>
        <pc:spChg chg="mod">
          <ac:chgData name="FRANCISCO JAVIER PULIDO CABANILLAS" userId="S::javier.pulido.cabanillas@alumnos.upm.es::a5b2b4d2-345e-46b3-99cd-fb716e74251a" providerId="AD" clId="Web-{E520B424-3347-D056-94C0-3CD74E4767E0}" dt="2024-12-15T12:48:52.399" v="3944" actId="20577"/>
          <ac:spMkLst>
            <pc:docMk/>
            <pc:sldMk cId="177403309" sldId="276"/>
            <ac:spMk id="8" creationId="{A131B1E7-3A1E-FE90-0D50-BFD0DF84971D}"/>
          </ac:spMkLst>
        </pc:spChg>
      </pc:sldChg>
      <pc:sldChg chg="addSp delSp modSp add replId">
        <pc:chgData name="FRANCISCO JAVIER PULIDO CABANILLAS" userId="S::javier.pulido.cabanillas@alumnos.upm.es::a5b2b4d2-345e-46b3-99cd-fb716e74251a" providerId="AD" clId="Web-{E520B424-3347-D056-94C0-3CD74E4767E0}" dt="2024-12-15T13:09:03.129" v="4231" actId="20577"/>
        <pc:sldMkLst>
          <pc:docMk/>
          <pc:sldMk cId="3443534378" sldId="277"/>
        </pc:sldMkLst>
        <pc:spChg chg="mod">
          <ac:chgData name="FRANCISCO JAVIER PULIDO CABANILLAS" userId="S::javier.pulido.cabanillas@alumnos.upm.es::a5b2b4d2-345e-46b3-99cd-fb716e74251a" providerId="AD" clId="Web-{E520B424-3347-D056-94C0-3CD74E4767E0}" dt="2024-12-15T13:08:24.659" v="4227"/>
          <ac:spMkLst>
            <pc:docMk/>
            <pc:sldMk cId="3443534378" sldId="277"/>
            <ac:spMk id="6" creationId="{BBB52D73-0C0D-CE47-CF87-E7B76C8A5158}"/>
          </ac:spMkLst>
        </pc:spChg>
        <pc:spChg chg="mod">
          <ac:chgData name="FRANCISCO JAVIER PULIDO CABANILLAS" userId="S::javier.pulido.cabanillas@alumnos.upm.es::a5b2b4d2-345e-46b3-99cd-fb716e74251a" providerId="AD" clId="Web-{E520B424-3347-D056-94C0-3CD74E4767E0}" dt="2024-12-15T13:09:03.129" v="4231" actId="20577"/>
          <ac:spMkLst>
            <pc:docMk/>
            <pc:sldMk cId="3443534378" sldId="277"/>
            <ac:spMk id="8" creationId="{A131B1E7-3A1E-FE90-0D50-BFD0DF84971D}"/>
          </ac:spMkLst>
        </pc:spChg>
        <pc:spChg chg="add del">
          <ac:chgData name="FRANCISCO JAVIER PULIDO CABANILLAS" userId="S::javier.pulido.cabanillas@alumnos.upm.es::a5b2b4d2-345e-46b3-99cd-fb716e74251a" providerId="AD" clId="Web-{E520B424-3347-D056-94C0-3CD74E4767E0}" dt="2024-12-15T13:08:24.659" v="4227"/>
          <ac:spMkLst>
            <pc:docMk/>
            <pc:sldMk cId="3443534378" sldId="277"/>
            <ac:spMk id="11" creationId="{F9252E7C-9879-4DE4-CFBF-6EF887633063}"/>
          </ac:spMkLst>
        </pc:spChg>
        <pc:spChg chg="add del">
          <ac:chgData name="FRANCISCO JAVIER PULIDO CABANILLAS" userId="S::javier.pulido.cabanillas@alumnos.upm.es::a5b2b4d2-345e-46b3-99cd-fb716e74251a" providerId="AD" clId="Web-{E520B424-3347-D056-94C0-3CD74E4767E0}" dt="2024-12-15T13:08:24.659" v="4227"/>
          <ac:spMkLst>
            <pc:docMk/>
            <pc:sldMk cId="3443534378" sldId="277"/>
            <ac:spMk id="13" creationId="{BDB89EE8-13F1-9DDC-24A1-874E26DD7669}"/>
          </ac:spMkLst>
        </pc:spChg>
        <pc:spChg chg="add del">
          <ac:chgData name="FRANCISCO JAVIER PULIDO CABANILLAS" userId="S::javier.pulido.cabanillas@alumnos.upm.es::a5b2b4d2-345e-46b3-99cd-fb716e74251a" providerId="AD" clId="Web-{E520B424-3347-D056-94C0-3CD74E4767E0}" dt="2024-12-15T13:08:24.659" v="4227"/>
          <ac:spMkLst>
            <pc:docMk/>
            <pc:sldMk cId="3443534378" sldId="277"/>
            <ac:spMk id="15" creationId="{846039B5-796E-B90B-737F-63A5AD57976B}"/>
          </ac:spMkLst>
        </pc:spChg>
        <pc:spChg chg="add">
          <ac:chgData name="FRANCISCO JAVIER PULIDO CABANILLAS" userId="S::javier.pulido.cabanillas@alumnos.upm.es::a5b2b4d2-345e-46b3-99cd-fb716e74251a" providerId="AD" clId="Web-{E520B424-3347-D056-94C0-3CD74E4767E0}" dt="2024-12-15T13:08:24.659" v="4227"/>
          <ac:spMkLst>
            <pc:docMk/>
            <pc:sldMk cId="3443534378" sldId="277"/>
            <ac:spMk id="17" creationId="{61293230-B0F6-45B1-96D1-13D18E242995}"/>
          </ac:spMkLst>
        </pc:spChg>
        <pc:spChg chg="add">
          <ac:chgData name="FRANCISCO JAVIER PULIDO CABANILLAS" userId="S::javier.pulido.cabanillas@alumnos.upm.es::a5b2b4d2-345e-46b3-99cd-fb716e74251a" providerId="AD" clId="Web-{E520B424-3347-D056-94C0-3CD74E4767E0}" dt="2024-12-15T13:08:24.659" v="4227"/>
          <ac:spMkLst>
            <pc:docMk/>
            <pc:sldMk cId="3443534378" sldId="277"/>
            <ac:spMk id="18" creationId="{0A1E0707-4985-454B-ACE0-4855BB55875E}"/>
          </ac:spMkLst>
        </pc:spChg>
        <pc:spChg chg="add del">
          <ac:chgData name="FRANCISCO JAVIER PULIDO CABANILLAS" userId="S::javier.pulido.cabanillas@alumnos.upm.es::a5b2b4d2-345e-46b3-99cd-fb716e74251a" providerId="AD" clId="Web-{E520B424-3347-D056-94C0-3CD74E4767E0}" dt="2024-12-15T13:06:37.405" v="4225"/>
          <ac:spMkLst>
            <pc:docMk/>
            <pc:sldMk cId="3443534378" sldId="277"/>
            <ac:spMk id="20" creationId="{61293230-B0F6-45B1-96D1-13D18E242995}"/>
          </ac:spMkLst>
        </pc:spChg>
        <pc:spChg chg="add del">
          <ac:chgData name="FRANCISCO JAVIER PULIDO CABANILLAS" userId="S::javier.pulido.cabanillas@alumnos.upm.es::a5b2b4d2-345e-46b3-99cd-fb716e74251a" providerId="AD" clId="Web-{E520B424-3347-D056-94C0-3CD74E4767E0}" dt="2024-12-15T13:06:37.405" v="4225"/>
          <ac:spMkLst>
            <pc:docMk/>
            <pc:sldMk cId="3443534378" sldId="277"/>
            <ac:spMk id="22" creationId="{0A1E0707-4985-454B-ACE0-4855BB55875E}"/>
          </ac:spMkLst>
        </pc:spChg>
        <pc:picChg chg="add mod ord modCrop">
          <ac:chgData name="FRANCISCO JAVIER PULIDO CABANILLAS" userId="S::javier.pulido.cabanillas@alumnos.upm.es::a5b2b4d2-345e-46b3-99cd-fb716e74251a" providerId="AD" clId="Web-{E520B424-3347-D056-94C0-3CD74E4767E0}" dt="2024-12-15T13:08:24.659" v="4227"/>
          <ac:picMkLst>
            <pc:docMk/>
            <pc:sldMk cId="3443534378" sldId="277"/>
            <ac:picMk id="2" creationId="{D52A3B3B-97F1-196C-FCF8-A23126CD6986}"/>
          </ac:picMkLst>
        </pc:picChg>
        <pc:picChg chg="add mod modCrop">
          <ac:chgData name="FRANCISCO JAVIER PULIDO CABANILLAS" userId="S::javier.pulido.cabanillas@alumnos.upm.es::a5b2b4d2-345e-46b3-99cd-fb716e74251a" providerId="AD" clId="Web-{E520B424-3347-D056-94C0-3CD74E4767E0}" dt="2024-12-15T13:08:24.659" v="4227"/>
          <ac:picMkLst>
            <pc:docMk/>
            <pc:sldMk cId="3443534378" sldId="277"/>
            <ac:picMk id="3" creationId="{9780DBDD-D820-2E9E-9E02-09D69FE36C51}"/>
          </ac:picMkLst>
        </pc:picChg>
      </pc:sldChg>
    </pc:docChg>
  </pc:docChgLst>
  <pc:docChgLst>
    <pc:chgData name="LEYRE CERRILLO FERNANDEZ DE GOBEO" userId="54aa7144-73b0-408c-affa-3991ee67eed7" providerId="ADAL" clId="{9C2E4FFC-D55C-684A-990D-6E936D307E16}"/>
    <pc:docChg chg="modSld">
      <pc:chgData name="LEYRE CERRILLO FERNANDEZ DE GOBEO" userId="54aa7144-73b0-408c-affa-3991ee67eed7" providerId="ADAL" clId="{9C2E4FFC-D55C-684A-990D-6E936D307E16}" dt="2024-12-15T18:06:46.059" v="364" actId="20577"/>
      <pc:docMkLst>
        <pc:docMk/>
      </pc:docMkLst>
      <pc:sldChg chg="modSp">
        <pc:chgData name="LEYRE CERRILLO FERNANDEZ DE GOBEO" userId="54aa7144-73b0-408c-affa-3991ee67eed7" providerId="ADAL" clId="{9C2E4FFC-D55C-684A-990D-6E936D307E16}" dt="2024-12-15T18:01:39.651" v="3" actId="255"/>
        <pc:sldMkLst>
          <pc:docMk/>
          <pc:sldMk cId="1612789711" sldId="264"/>
        </pc:sldMkLst>
        <pc:spChg chg="mod">
          <ac:chgData name="LEYRE CERRILLO FERNANDEZ DE GOBEO" userId="54aa7144-73b0-408c-affa-3991ee67eed7" providerId="ADAL" clId="{9C2E4FFC-D55C-684A-990D-6E936D307E16}" dt="2024-12-15T18:01:20.961" v="0" actId="255"/>
          <ac:spMkLst>
            <pc:docMk/>
            <pc:sldMk cId="1612789711" sldId="264"/>
            <ac:spMk id="5" creationId="{93D3BA88-165F-CD53-E789-AAEED14F876B}"/>
          </ac:spMkLst>
        </pc:spChg>
        <pc:spChg chg="mod">
          <ac:chgData name="LEYRE CERRILLO FERNANDEZ DE GOBEO" userId="54aa7144-73b0-408c-affa-3991ee67eed7" providerId="ADAL" clId="{9C2E4FFC-D55C-684A-990D-6E936D307E16}" dt="2024-12-15T18:01:39.651" v="3" actId="255"/>
          <ac:spMkLst>
            <pc:docMk/>
            <pc:sldMk cId="1612789711" sldId="264"/>
            <ac:spMk id="6" creationId="{39472278-D8B1-2D4D-1AF9-8CC01291677C}"/>
          </ac:spMkLst>
        </pc:spChg>
      </pc:sldChg>
      <pc:sldChg chg="modSp">
        <pc:chgData name="LEYRE CERRILLO FERNANDEZ DE GOBEO" userId="54aa7144-73b0-408c-affa-3991ee67eed7" providerId="ADAL" clId="{9C2E4FFC-D55C-684A-990D-6E936D307E16}" dt="2024-12-15T18:04:34.958" v="355" actId="20577"/>
        <pc:sldMkLst>
          <pc:docMk/>
          <pc:sldMk cId="2869156687" sldId="267"/>
        </pc:sldMkLst>
        <pc:spChg chg="mod">
          <ac:chgData name="LEYRE CERRILLO FERNANDEZ DE GOBEO" userId="54aa7144-73b0-408c-affa-3991ee67eed7" providerId="ADAL" clId="{9C2E4FFC-D55C-684A-990D-6E936D307E16}" dt="2024-12-15T18:04:34.958" v="355" actId="20577"/>
          <ac:spMkLst>
            <pc:docMk/>
            <pc:sldMk cId="2869156687" sldId="267"/>
            <ac:spMk id="5" creationId="{0C9568B8-3386-87DB-BEED-08013807FF45}"/>
          </ac:spMkLst>
        </pc:spChg>
      </pc:sldChg>
      <pc:sldChg chg="modSp">
        <pc:chgData name="LEYRE CERRILLO FERNANDEZ DE GOBEO" userId="54aa7144-73b0-408c-affa-3991ee67eed7" providerId="ADAL" clId="{9C2E4FFC-D55C-684A-990D-6E936D307E16}" dt="2024-12-15T18:05:03.646" v="360" actId="20577"/>
        <pc:sldMkLst>
          <pc:docMk/>
          <pc:sldMk cId="1946640077" sldId="268"/>
        </pc:sldMkLst>
        <pc:spChg chg="mod">
          <ac:chgData name="LEYRE CERRILLO FERNANDEZ DE GOBEO" userId="54aa7144-73b0-408c-affa-3991ee67eed7" providerId="ADAL" clId="{9C2E4FFC-D55C-684A-990D-6E936D307E16}" dt="2024-12-15T18:05:03.646" v="360" actId="20577"/>
          <ac:spMkLst>
            <pc:docMk/>
            <pc:sldMk cId="1946640077" sldId="268"/>
            <ac:spMk id="4" creationId="{C06F5D60-C2B6-B68C-D255-1254F0362FEB}"/>
          </ac:spMkLst>
        </pc:spChg>
      </pc:sldChg>
      <pc:sldChg chg="modSp">
        <pc:chgData name="LEYRE CERRILLO FERNANDEZ DE GOBEO" userId="54aa7144-73b0-408c-affa-3991ee67eed7" providerId="ADAL" clId="{9C2E4FFC-D55C-684A-990D-6E936D307E16}" dt="2024-12-15T18:06:46.059" v="364" actId="20577"/>
        <pc:sldMkLst>
          <pc:docMk/>
          <pc:sldMk cId="3443534378" sldId="277"/>
        </pc:sldMkLst>
        <pc:spChg chg="mod">
          <ac:chgData name="LEYRE CERRILLO FERNANDEZ DE GOBEO" userId="54aa7144-73b0-408c-affa-3991ee67eed7" providerId="ADAL" clId="{9C2E4FFC-D55C-684A-990D-6E936D307E16}" dt="2024-12-15T18:06:46.059" v="364" actId="20577"/>
          <ac:spMkLst>
            <pc:docMk/>
            <pc:sldMk cId="3443534378" sldId="277"/>
            <ac:spMk id="8" creationId="{A131B1E7-3A1E-FE90-0D50-BFD0DF84971D}"/>
          </ac:spMkLst>
        </pc:spChg>
      </pc:sldChg>
    </pc:docChg>
  </pc:docChgLst>
  <pc:docChgLst>
    <pc:chgData name="FRANCISCO JAVIER PULIDO CABANILLAS" userId="S::javier.pulido.cabanillas@alumnos.upm.es::a5b2b4d2-345e-46b3-99cd-fb716e74251a" providerId="AD" clId="Web-{A853A572-68B5-55B2-9C24-0E17BCC50058}"/>
    <pc:docChg chg="modSld">
      <pc:chgData name="FRANCISCO JAVIER PULIDO CABANILLAS" userId="S::javier.pulido.cabanillas@alumnos.upm.es::a5b2b4d2-345e-46b3-99cd-fb716e74251a" providerId="AD" clId="Web-{A853A572-68B5-55B2-9C24-0E17BCC50058}" dt="2024-12-14T18:46:51.450" v="2" actId="20577"/>
      <pc:docMkLst>
        <pc:docMk/>
      </pc:docMkLst>
      <pc:sldChg chg="modSp">
        <pc:chgData name="FRANCISCO JAVIER PULIDO CABANILLAS" userId="S::javier.pulido.cabanillas@alumnos.upm.es::a5b2b4d2-345e-46b3-99cd-fb716e74251a" providerId="AD" clId="Web-{A853A572-68B5-55B2-9C24-0E17BCC50058}" dt="2024-12-14T18:46:51.450" v="2" actId="20577"/>
        <pc:sldMkLst>
          <pc:docMk/>
          <pc:sldMk cId="757140900" sldId="265"/>
        </pc:sldMkLst>
        <pc:spChg chg="mod">
          <ac:chgData name="FRANCISCO JAVIER PULIDO CABANILLAS" userId="S::javier.pulido.cabanillas@alumnos.upm.es::a5b2b4d2-345e-46b3-99cd-fb716e74251a" providerId="AD" clId="Web-{A853A572-68B5-55B2-9C24-0E17BCC50058}" dt="2024-12-14T18:46:51.450" v="2" actId="20577"/>
          <ac:spMkLst>
            <pc:docMk/>
            <pc:sldMk cId="757140900" sldId="265"/>
            <ac:spMk id="7" creationId="{8E5033FD-D6FE-F286-A500-182CC864D3A3}"/>
          </ac:spMkLst>
        </pc:spChg>
      </pc:sldChg>
      <pc:sldChg chg="modSp">
        <pc:chgData name="FRANCISCO JAVIER PULIDO CABANILLAS" userId="S::javier.pulido.cabanillas@alumnos.upm.es::a5b2b4d2-345e-46b3-99cd-fb716e74251a" providerId="AD" clId="Web-{A853A572-68B5-55B2-9C24-0E17BCC50058}" dt="2024-12-14T18:46:06.324" v="1" actId="20577"/>
        <pc:sldMkLst>
          <pc:docMk/>
          <pc:sldMk cId="3776021385" sldId="266"/>
        </pc:sldMkLst>
        <pc:spChg chg="mod">
          <ac:chgData name="FRANCISCO JAVIER PULIDO CABANILLAS" userId="S::javier.pulido.cabanillas@alumnos.upm.es::a5b2b4d2-345e-46b3-99cd-fb716e74251a" providerId="AD" clId="Web-{A853A572-68B5-55B2-9C24-0E17BCC50058}" dt="2024-12-14T18:46:06.324" v="1" actId="20577"/>
          <ac:spMkLst>
            <pc:docMk/>
            <pc:sldMk cId="3776021385" sldId="266"/>
            <ac:spMk id="2" creationId="{A83C4C70-6B46-E5AE-B780-70B6D0800F5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293F01-AC60-AD42-BC1B-078BC6A7AEFE}" type="datetimeFigureOut">
              <a:rPr lang="en-ES" smtClean="0"/>
              <a:t>17/12/24</a:t>
            </a:fld>
            <a:endParaRPr lang="en-E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671E2D-96DC-C34B-9C03-DF3D205C7FB4}" type="slidenum">
              <a:rPr lang="en-ES" smtClean="0"/>
              <a:t>‹#›</a:t>
            </a:fld>
            <a:endParaRPr lang="en-ES"/>
          </a:p>
        </p:txBody>
      </p:sp>
    </p:spTree>
    <p:extLst>
      <p:ext uri="{BB962C8B-B14F-4D97-AF65-F5344CB8AC3E}">
        <p14:creationId xmlns:p14="http://schemas.microsoft.com/office/powerpoint/2010/main" val="3647178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dirty="0"/>
          </a:p>
        </p:txBody>
      </p:sp>
      <p:sp>
        <p:nvSpPr>
          <p:cNvPr id="4" name="Slide Number Placeholder 3"/>
          <p:cNvSpPr>
            <a:spLocks noGrp="1"/>
          </p:cNvSpPr>
          <p:nvPr>
            <p:ph type="sldNum" sz="quarter" idx="5"/>
          </p:nvPr>
        </p:nvSpPr>
        <p:spPr/>
        <p:txBody>
          <a:bodyPr/>
          <a:lstStyle/>
          <a:p>
            <a:fld id="{95671E2D-96DC-C34B-9C03-DF3D205C7FB4}" type="slidenum">
              <a:rPr lang="en-ES" smtClean="0"/>
              <a:t>3</a:t>
            </a:fld>
            <a:endParaRPr lang="en-ES"/>
          </a:p>
        </p:txBody>
      </p:sp>
    </p:spTree>
    <p:extLst>
      <p:ext uri="{BB962C8B-B14F-4D97-AF65-F5344CB8AC3E}">
        <p14:creationId xmlns:p14="http://schemas.microsoft.com/office/powerpoint/2010/main" val="77468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FE4FA-1E67-E9A5-32FD-05A43801F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7779B-545A-3AAE-1B7E-ACDF8D2449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D9CE9-D609-2F27-0C5D-497C9908C2C3}"/>
              </a:ext>
            </a:extLst>
          </p:cNvPr>
          <p:cNvSpPr>
            <a:spLocks noGrp="1"/>
          </p:cNvSpPr>
          <p:nvPr>
            <p:ph type="body" idx="1"/>
          </p:nvPr>
        </p:nvSpPr>
        <p:spPr/>
        <p:txBody>
          <a:bodyPr/>
          <a:lstStyle/>
          <a:p>
            <a:endParaRPr lang="en-ES" dirty="0"/>
          </a:p>
        </p:txBody>
      </p:sp>
      <p:sp>
        <p:nvSpPr>
          <p:cNvPr id="4" name="Slide Number Placeholder 3">
            <a:extLst>
              <a:ext uri="{FF2B5EF4-FFF2-40B4-BE49-F238E27FC236}">
                <a16:creationId xmlns:a16="http://schemas.microsoft.com/office/drawing/2014/main" id="{0DB362D6-D254-A83E-1006-2157FA1E6DCA}"/>
              </a:ext>
            </a:extLst>
          </p:cNvPr>
          <p:cNvSpPr>
            <a:spLocks noGrp="1"/>
          </p:cNvSpPr>
          <p:nvPr>
            <p:ph type="sldNum" sz="quarter" idx="5"/>
          </p:nvPr>
        </p:nvSpPr>
        <p:spPr/>
        <p:txBody>
          <a:bodyPr/>
          <a:lstStyle/>
          <a:p>
            <a:fld id="{95671E2D-96DC-C34B-9C03-DF3D205C7FB4}" type="slidenum">
              <a:rPr lang="en-ES" smtClean="0"/>
              <a:t>4</a:t>
            </a:fld>
            <a:endParaRPr lang="en-ES"/>
          </a:p>
        </p:txBody>
      </p:sp>
    </p:spTree>
    <p:extLst>
      <p:ext uri="{BB962C8B-B14F-4D97-AF65-F5344CB8AC3E}">
        <p14:creationId xmlns:p14="http://schemas.microsoft.com/office/powerpoint/2010/main" val="1197077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C1A57-EF56-E17F-0D09-0BED461E8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09F97-0294-81C6-9AB2-0AE749A4F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55B9B-55E7-DF04-932C-E472C1454BFD}"/>
              </a:ext>
            </a:extLst>
          </p:cNvPr>
          <p:cNvSpPr>
            <a:spLocks noGrp="1"/>
          </p:cNvSpPr>
          <p:nvPr>
            <p:ph type="body" idx="1"/>
          </p:nvPr>
        </p:nvSpPr>
        <p:spPr/>
        <p:txBody>
          <a:bodyPr/>
          <a:lstStyle/>
          <a:p>
            <a:endParaRPr lang="en-ES"/>
          </a:p>
        </p:txBody>
      </p:sp>
      <p:sp>
        <p:nvSpPr>
          <p:cNvPr id="4" name="Slide Number Placeholder 3">
            <a:extLst>
              <a:ext uri="{FF2B5EF4-FFF2-40B4-BE49-F238E27FC236}">
                <a16:creationId xmlns:a16="http://schemas.microsoft.com/office/drawing/2014/main" id="{66B4AE80-7DB5-EB98-D195-65E61FF3544F}"/>
              </a:ext>
            </a:extLst>
          </p:cNvPr>
          <p:cNvSpPr>
            <a:spLocks noGrp="1"/>
          </p:cNvSpPr>
          <p:nvPr>
            <p:ph type="sldNum" sz="quarter" idx="5"/>
          </p:nvPr>
        </p:nvSpPr>
        <p:spPr/>
        <p:txBody>
          <a:bodyPr/>
          <a:lstStyle/>
          <a:p>
            <a:fld id="{95671E2D-96DC-C34B-9C03-DF3D205C7FB4}" type="slidenum">
              <a:rPr lang="en-ES" smtClean="0"/>
              <a:t>5</a:t>
            </a:fld>
            <a:endParaRPr lang="en-ES"/>
          </a:p>
        </p:txBody>
      </p:sp>
    </p:spTree>
    <p:extLst>
      <p:ext uri="{BB962C8B-B14F-4D97-AF65-F5344CB8AC3E}">
        <p14:creationId xmlns:p14="http://schemas.microsoft.com/office/powerpoint/2010/main" val="2377538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25ED1-8C17-2796-019F-4503064DB3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70A62-22E7-F22C-5196-58C4E7FB60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F2C4B9-7328-4419-3FA2-583D7E93C286}"/>
              </a:ext>
            </a:extLst>
          </p:cNvPr>
          <p:cNvSpPr>
            <a:spLocks noGrp="1"/>
          </p:cNvSpPr>
          <p:nvPr>
            <p:ph type="body" idx="1"/>
          </p:nvPr>
        </p:nvSpPr>
        <p:spPr/>
        <p:txBody>
          <a:bodyPr/>
          <a:lstStyle/>
          <a:p>
            <a:endParaRPr lang="en-ES"/>
          </a:p>
        </p:txBody>
      </p:sp>
      <p:sp>
        <p:nvSpPr>
          <p:cNvPr id="4" name="Slide Number Placeholder 3">
            <a:extLst>
              <a:ext uri="{FF2B5EF4-FFF2-40B4-BE49-F238E27FC236}">
                <a16:creationId xmlns:a16="http://schemas.microsoft.com/office/drawing/2014/main" id="{FFFFCA44-4D24-F313-1346-6AFA4AB6C5F9}"/>
              </a:ext>
            </a:extLst>
          </p:cNvPr>
          <p:cNvSpPr>
            <a:spLocks noGrp="1"/>
          </p:cNvSpPr>
          <p:nvPr>
            <p:ph type="sldNum" sz="quarter" idx="5"/>
          </p:nvPr>
        </p:nvSpPr>
        <p:spPr/>
        <p:txBody>
          <a:bodyPr/>
          <a:lstStyle/>
          <a:p>
            <a:fld id="{95671E2D-96DC-C34B-9C03-DF3D205C7FB4}" type="slidenum">
              <a:rPr lang="en-ES" smtClean="0"/>
              <a:t>6</a:t>
            </a:fld>
            <a:endParaRPr lang="en-ES"/>
          </a:p>
        </p:txBody>
      </p:sp>
    </p:spTree>
    <p:extLst>
      <p:ext uri="{BB962C8B-B14F-4D97-AF65-F5344CB8AC3E}">
        <p14:creationId xmlns:p14="http://schemas.microsoft.com/office/powerpoint/2010/main" val="3184224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C1A57-EF56-E17F-0D09-0BED461E8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09F97-0294-81C6-9AB2-0AE749A4F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55B9B-55E7-DF04-932C-E472C1454BFD}"/>
              </a:ext>
            </a:extLst>
          </p:cNvPr>
          <p:cNvSpPr>
            <a:spLocks noGrp="1"/>
          </p:cNvSpPr>
          <p:nvPr>
            <p:ph type="body" idx="1"/>
          </p:nvPr>
        </p:nvSpPr>
        <p:spPr/>
        <p:txBody>
          <a:bodyPr/>
          <a:lstStyle/>
          <a:p>
            <a:endParaRPr lang="en-ES"/>
          </a:p>
        </p:txBody>
      </p:sp>
      <p:sp>
        <p:nvSpPr>
          <p:cNvPr id="4" name="Slide Number Placeholder 3">
            <a:extLst>
              <a:ext uri="{FF2B5EF4-FFF2-40B4-BE49-F238E27FC236}">
                <a16:creationId xmlns:a16="http://schemas.microsoft.com/office/drawing/2014/main" id="{66B4AE80-7DB5-EB98-D195-65E61FF3544F}"/>
              </a:ext>
            </a:extLst>
          </p:cNvPr>
          <p:cNvSpPr>
            <a:spLocks noGrp="1"/>
          </p:cNvSpPr>
          <p:nvPr>
            <p:ph type="sldNum" sz="quarter" idx="5"/>
          </p:nvPr>
        </p:nvSpPr>
        <p:spPr/>
        <p:txBody>
          <a:bodyPr/>
          <a:lstStyle/>
          <a:p>
            <a:fld id="{95671E2D-96DC-C34B-9C03-DF3D205C7FB4}" type="slidenum">
              <a:rPr lang="en-ES" smtClean="0"/>
              <a:t>7</a:t>
            </a:fld>
            <a:endParaRPr lang="en-ES"/>
          </a:p>
        </p:txBody>
      </p:sp>
    </p:spTree>
    <p:extLst>
      <p:ext uri="{BB962C8B-B14F-4D97-AF65-F5344CB8AC3E}">
        <p14:creationId xmlns:p14="http://schemas.microsoft.com/office/powerpoint/2010/main" val="3685935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C1A57-EF56-E17F-0D09-0BED461E8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09F97-0294-81C6-9AB2-0AE749A4F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55B9B-55E7-DF04-932C-E472C1454BFD}"/>
              </a:ext>
            </a:extLst>
          </p:cNvPr>
          <p:cNvSpPr>
            <a:spLocks noGrp="1"/>
          </p:cNvSpPr>
          <p:nvPr>
            <p:ph type="body" idx="1"/>
          </p:nvPr>
        </p:nvSpPr>
        <p:spPr/>
        <p:txBody>
          <a:bodyPr/>
          <a:lstStyle/>
          <a:p>
            <a:endParaRPr lang="en-ES"/>
          </a:p>
        </p:txBody>
      </p:sp>
      <p:sp>
        <p:nvSpPr>
          <p:cNvPr id="4" name="Slide Number Placeholder 3">
            <a:extLst>
              <a:ext uri="{FF2B5EF4-FFF2-40B4-BE49-F238E27FC236}">
                <a16:creationId xmlns:a16="http://schemas.microsoft.com/office/drawing/2014/main" id="{66B4AE80-7DB5-EB98-D195-65E61FF3544F}"/>
              </a:ext>
            </a:extLst>
          </p:cNvPr>
          <p:cNvSpPr>
            <a:spLocks noGrp="1"/>
          </p:cNvSpPr>
          <p:nvPr>
            <p:ph type="sldNum" sz="quarter" idx="5"/>
          </p:nvPr>
        </p:nvSpPr>
        <p:spPr/>
        <p:txBody>
          <a:bodyPr/>
          <a:lstStyle/>
          <a:p>
            <a:fld id="{95671E2D-96DC-C34B-9C03-DF3D205C7FB4}" type="slidenum">
              <a:rPr lang="en-ES" smtClean="0"/>
              <a:t>8</a:t>
            </a:fld>
            <a:endParaRPr lang="en-ES"/>
          </a:p>
        </p:txBody>
      </p:sp>
    </p:spTree>
    <p:extLst>
      <p:ext uri="{BB962C8B-B14F-4D97-AF65-F5344CB8AC3E}">
        <p14:creationId xmlns:p14="http://schemas.microsoft.com/office/powerpoint/2010/main" val="18751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C1890-8778-F226-1B1E-4C28266455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ES"/>
          </a:p>
        </p:txBody>
      </p:sp>
      <p:sp>
        <p:nvSpPr>
          <p:cNvPr id="3" name="Subtitle 2">
            <a:extLst>
              <a:ext uri="{FF2B5EF4-FFF2-40B4-BE49-F238E27FC236}">
                <a16:creationId xmlns:a16="http://schemas.microsoft.com/office/drawing/2014/main" id="{AC5A9F61-5AFA-2308-8378-FA5176D970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ES"/>
          </a:p>
        </p:txBody>
      </p:sp>
      <p:sp>
        <p:nvSpPr>
          <p:cNvPr id="4" name="Date Placeholder 3">
            <a:extLst>
              <a:ext uri="{FF2B5EF4-FFF2-40B4-BE49-F238E27FC236}">
                <a16:creationId xmlns:a16="http://schemas.microsoft.com/office/drawing/2014/main" id="{88FC92BC-25C2-6197-7988-515A9C64F0E6}"/>
              </a:ext>
            </a:extLst>
          </p:cNvPr>
          <p:cNvSpPr>
            <a:spLocks noGrp="1"/>
          </p:cNvSpPr>
          <p:nvPr>
            <p:ph type="dt" sz="half" idx="10"/>
          </p:nvPr>
        </p:nvSpPr>
        <p:spPr/>
        <p:txBody>
          <a:bodyPr/>
          <a:lstStyle/>
          <a:p>
            <a:fld id="{4AF67D0D-432C-E548-8C90-34C5FB27D83E}" type="datetimeFigureOut">
              <a:rPr lang="en-ES" smtClean="0"/>
              <a:t>17/12/24</a:t>
            </a:fld>
            <a:endParaRPr lang="en-ES"/>
          </a:p>
        </p:txBody>
      </p:sp>
      <p:sp>
        <p:nvSpPr>
          <p:cNvPr id="5" name="Footer Placeholder 4">
            <a:extLst>
              <a:ext uri="{FF2B5EF4-FFF2-40B4-BE49-F238E27FC236}">
                <a16:creationId xmlns:a16="http://schemas.microsoft.com/office/drawing/2014/main" id="{5EEDC459-ECE6-63B6-C998-7DF501701A16}"/>
              </a:ext>
            </a:extLst>
          </p:cNvPr>
          <p:cNvSpPr>
            <a:spLocks noGrp="1"/>
          </p:cNvSpPr>
          <p:nvPr>
            <p:ph type="ftr" sz="quarter" idx="11"/>
          </p:nvPr>
        </p:nvSpPr>
        <p:spPr/>
        <p:txBody>
          <a:bodyPr/>
          <a:lstStyle/>
          <a:p>
            <a:endParaRPr lang="en-ES"/>
          </a:p>
        </p:txBody>
      </p:sp>
      <p:sp>
        <p:nvSpPr>
          <p:cNvPr id="6" name="Slide Number Placeholder 5">
            <a:extLst>
              <a:ext uri="{FF2B5EF4-FFF2-40B4-BE49-F238E27FC236}">
                <a16:creationId xmlns:a16="http://schemas.microsoft.com/office/drawing/2014/main" id="{4CF8D7BB-C892-EEE4-924A-DF6BC73058D3}"/>
              </a:ext>
            </a:extLst>
          </p:cNvPr>
          <p:cNvSpPr>
            <a:spLocks noGrp="1"/>
          </p:cNvSpPr>
          <p:nvPr>
            <p:ph type="sldNum" sz="quarter" idx="12"/>
          </p:nvPr>
        </p:nvSpPr>
        <p:spPr/>
        <p:txBody>
          <a:bodyPr/>
          <a:lstStyle/>
          <a:p>
            <a:fld id="{521443ED-BAFF-1B44-9285-B17BB8C1C9B0}" type="slidenum">
              <a:rPr lang="en-ES" smtClean="0"/>
              <a:t>‹#›</a:t>
            </a:fld>
            <a:endParaRPr lang="en-ES"/>
          </a:p>
        </p:txBody>
      </p:sp>
    </p:spTree>
    <p:extLst>
      <p:ext uri="{BB962C8B-B14F-4D97-AF65-F5344CB8AC3E}">
        <p14:creationId xmlns:p14="http://schemas.microsoft.com/office/powerpoint/2010/main" val="2013054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BFB32-F9AD-DD4D-8D57-D4C4DDF89CD1}"/>
              </a:ext>
            </a:extLst>
          </p:cNvPr>
          <p:cNvSpPr>
            <a:spLocks noGrp="1"/>
          </p:cNvSpPr>
          <p:nvPr>
            <p:ph type="title"/>
          </p:nvPr>
        </p:nvSpPr>
        <p:spPr/>
        <p:txBody>
          <a:bodyPr/>
          <a:lstStyle/>
          <a:p>
            <a:r>
              <a:rPr lang="en-GB"/>
              <a:t>Click to edit Master title style</a:t>
            </a:r>
            <a:endParaRPr lang="en-ES"/>
          </a:p>
        </p:txBody>
      </p:sp>
      <p:sp>
        <p:nvSpPr>
          <p:cNvPr id="3" name="Content Placeholder 2">
            <a:extLst>
              <a:ext uri="{FF2B5EF4-FFF2-40B4-BE49-F238E27FC236}">
                <a16:creationId xmlns:a16="http://schemas.microsoft.com/office/drawing/2014/main" id="{7D245B32-0A20-0D41-E7C0-9D4E7B6007F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4" name="Date Placeholder 3">
            <a:extLst>
              <a:ext uri="{FF2B5EF4-FFF2-40B4-BE49-F238E27FC236}">
                <a16:creationId xmlns:a16="http://schemas.microsoft.com/office/drawing/2014/main" id="{A0E41CA8-50B4-219F-B7F5-A142AB0801F6}"/>
              </a:ext>
            </a:extLst>
          </p:cNvPr>
          <p:cNvSpPr>
            <a:spLocks noGrp="1"/>
          </p:cNvSpPr>
          <p:nvPr>
            <p:ph type="dt" sz="half" idx="10"/>
          </p:nvPr>
        </p:nvSpPr>
        <p:spPr/>
        <p:txBody>
          <a:bodyPr/>
          <a:lstStyle/>
          <a:p>
            <a:fld id="{4AF67D0D-432C-E548-8C90-34C5FB27D83E}" type="datetimeFigureOut">
              <a:rPr lang="en-ES" smtClean="0"/>
              <a:t>17/12/24</a:t>
            </a:fld>
            <a:endParaRPr lang="en-ES"/>
          </a:p>
        </p:txBody>
      </p:sp>
      <p:sp>
        <p:nvSpPr>
          <p:cNvPr id="5" name="Footer Placeholder 4">
            <a:extLst>
              <a:ext uri="{FF2B5EF4-FFF2-40B4-BE49-F238E27FC236}">
                <a16:creationId xmlns:a16="http://schemas.microsoft.com/office/drawing/2014/main" id="{F04E9278-DDE3-263C-7222-34A0C3A6D27E}"/>
              </a:ext>
            </a:extLst>
          </p:cNvPr>
          <p:cNvSpPr>
            <a:spLocks noGrp="1"/>
          </p:cNvSpPr>
          <p:nvPr>
            <p:ph type="ftr" sz="quarter" idx="11"/>
          </p:nvPr>
        </p:nvSpPr>
        <p:spPr/>
        <p:txBody>
          <a:bodyPr/>
          <a:lstStyle/>
          <a:p>
            <a:endParaRPr lang="en-ES"/>
          </a:p>
        </p:txBody>
      </p:sp>
      <p:sp>
        <p:nvSpPr>
          <p:cNvPr id="6" name="Slide Number Placeholder 5">
            <a:extLst>
              <a:ext uri="{FF2B5EF4-FFF2-40B4-BE49-F238E27FC236}">
                <a16:creationId xmlns:a16="http://schemas.microsoft.com/office/drawing/2014/main" id="{E52473BC-AE5F-BEBE-781F-E0631ED4A365}"/>
              </a:ext>
            </a:extLst>
          </p:cNvPr>
          <p:cNvSpPr>
            <a:spLocks noGrp="1"/>
          </p:cNvSpPr>
          <p:nvPr>
            <p:ph type="sldNum" sz="quarter" idx="12"/>
          </p:nvPr>
        </p:nvSpPr>
        <p:spPr/>
        <p:txBody>
          <a:bodyPr/>
          <a:lstStyle/>
          <a:p>
            <a:fld id="{521443ED-BAFF-1B44-9285-B17BB8C1C9B0}" type="slidenum">
              <a:rPr lang="en-ES" smtClean="0"/>
              <a:t>‹#›</a:t>
            </a:fld>
            <a:endParaRPr lang="en-ES"/>
          </a:p>
        </p:txBody>
      </p:sp>
    </p:spTree>
    <p:extLst>
      <p:ext uri="{BB962C8B-B14F-4D97-AF65-F5344CB8AC3E}">
        <p14:creationId xmlns:p14="http://schemas.microsoft.com/office/powerpoint/2010/main" val="907820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608D0-945C-99EF-80C8-2EFD807BDAC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ES"/>
          </a:p>
        </p:txBody>
      </p:sp>
      <p:sp>
        <p:nvSpPr>
          <p:cNvPr id="3" name="Text Placeholder 2">
            <a:extLst>
              <a:ext uri="{FF2B5EF4-FFF2-40B4-BE49-F238E27FC236}">
                <a16:creationId xmlns:a16="http://schemas.microsoft.com/office/drawing/2014/main" id="{CE7418B0-B046-E1E5-4C42-628FBD1AFF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D5255C2-1BBF-2DF6-D21B-ED33C9D5A717}"/>
              </a:ext>
            </a:extLst>
          </p:cNvPr>
          <p:cNvSpPr>
            <a:spLocks noGrp="1"/>
          </p:cNvSpPr>
          <p:nvPr>
            <p:ph type="dt" sz="half" idx="10"/>
          </p:nvPr>
        </p:nvSpPr>
        <p:spPr/>
        <p:txBody>
          <a:bodyPr/>
          <a:lstStyle/>
          <a:p>
            <a:fld id="{4AF67D0D-432C-E548-8C90-34C5FB27D83E}" type="datetimeFigureOut">
              <a:rPr lang="en-ES" smtClean="0"/>
              <a:t>17/12/24</a:t>
            </a:fld>
            <a:endParaRPr lang="en-ES"/>
          </a:p>
        </p:txBody>
      </p:sp>
      <p:sp>
        <p:nvSpPr>
          <p:cNvPr id="5" name="Footer Placeholder 4">
            <a:extLst>
              <a:ext uri="{FF2B5EF4-FFF2-40B4-BE49-F238E27FC236}">
                <a16:creationId xmlns:a16="http://schemas.microsoft.com/office/drawing/2014/main" id="{DEE26749-6927-BA75-B906-6685A1EEBB3E}"/>
              </a:ext>
            </a:extLst>
          </p:cNvPr>
          <p:cNvSpPr>
            <a:spLocks noGrp="1"/>
          </p:cNvSpPr>
          <p:nvPr>
            <p:ph type="ftr" sz="quarter" idx="11"/>
          </p:nvPr>
        </p:nvSpPr>
        <p:spPr/>
        <p:txBody>
          <a:bodyPr/>
          <a:lstStyle/>
          <a:p>
            <a:endParaRPr lang="en-ES"/>
          </a:p>
        </p:txBody>
      </p:sp>
      <p:sp>
        <p:nvSpPr>
          <p:cNvPr id="6" name="Slide Number Placeholder 5">
            <a:extLst>
              <a:ext uri="{FF2B5EF4-FFF2-40B4-BE49-F238E27FC236}">
                <a16:creationId xmlns:a16="http://schemas.microsoft.com/office/drawing/2014/main" id="{0833FFA8-F954-507E-62AE-5AF7D04315BE}"/>
              </a:ext>
            </a:extLst>
          </p:cNvPr>
          <p:cNvSpPr>
            <a:spLocks noGrp="1"/>
          </p:cNvSpPr>
          <p:nvPr>
            <p:ph type="sldNum" sz="quarter" idx="12"/>
          </p:nvPr>
        </p:nvSpPr>
        <p:spPr/>
        <p:txBody>
          <a:bodyPr/>
          <a:lstStyle/>
          <a:p>
            <a:fld id="{521443ED-BAFF-1B44-9285-B17BB8C1C9B0}" type="slidenum">
              <a:rPr lang="en-ES" smtClean="0"/>
              <a:t>‹#›</a:t>
            </a:fld>
            <a:endParaRPr lang="en-ES"/>
          </a:p>
        </p:txBody>
      </p:sp>
    </p:spTree>
    <p:extLst>
      <p:ext uri="{BB962C8B-B14F-4D97-AF65-F5344CB8AC3E}">
        <p14:creationId xmlns:p14="http://schemas.microsoft.com/office/powerpoint/2010/main" val="1976493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8F95-2627-78EE-BBF4-390A4C563D03}"/>
              </a:ext>
            </a:extLst>
          </p:cNvPr>
          <p:cNvSpPr>
            <a:spLocks noGrp="1"/>
          </p:cNvSpPr>
          <p:nvPr>
            <p:ph type="title"/>
          </p:nvPr>
        </p:nvSpPr>
        <p:spPr/>
        <p:txBody>
          <a:bodyPr/>
          <a:lstStyle/>
          <a:p>
            <a:r>
              <a:rPr lang="en-GB"/>
              <a:t>Click to edit Master title style</a:t>
            </a:r>
            <a:endParaRPr lang="en-ES"/>
          </a:p>
        </p:txBody>
      </p:sp>
      <p:sp>
        <p:nvSpPr>
          <p:cNvPr id="3" name="Content Placeholder 2">
            <a:extLst>
              <a:ext uri="{FF2B5EF4-FFF2-40B4-BE49-F238E27FC236}">
                <a16:creationId xmlns:a16="http://schemas.microsoft.com/office/drawing/2014/main" id="{76BB522F-F47B-8027-1624-4D17672EBC8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4" name="Content Placeholder 3">
            <a:extLst>
              <a:ext uri="{FF2B5EF4-FFF2-40B4-BE49-F238E27FC236}">
                <a16:creationId xmlns:a16="http://schemas.microsoft.com/office/drawing/2014/main" id="{B7B2632F-E78A-1A4B-55B4-DE834458F1B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5" name="Date Placeholder 4">
            <a:extLst>
              <a:ext uri="{FF2B5EF4-FFF2-40B4-BE49-F238E27FC236}">
                <a16:creationId xmlns:a16="http://schemas.microsoft.com/office/drawing/2014/main" id="{5C9F337C-E91E-672E-31AD-9C840733193C}"/>
              </a:ext>
            </a:extLst>
          </p:cNvPr>
          <p:cNvSpPr>
            <a:spLocks noGrp="1"/>
          </p:cNvSpPr>
          <p:nvPr>
            <p:ph type="dt" sz="half" idx="10"/>
          </p:nvPr>
        </p:nvSpPr>
        <p:spPr/>
        <p:txBody>
          <a:bodyPr/>
          <a:lstStyle/>
          <a:p>
            <a:fld id="{4AF67D0D-432C-E548-8C90-34C5FB27D83E}" type="datetimeFigureOut">
              <a:rPr lang="en-ES" smtClean="0"/>
              <a:t>17/12/24</a:t>
            </a:fld>
            <a:endParaRPr lang="en-ES"/>
          </a:p>
        </p:txBody>
      </p:sp>
      <p:sp>
        <p:nvSpPr>
          <p:cNvPr id="6" name="Footer Placeholder 5">
            <a:extLst>
              <a:ext uri="{FF2B5EF4-FFF2-40B4-BE49-F238E27FC236}">
                <a16:creationId xmlns:a16="http://schemas.microsoft.com/office/drawing/2014/main" id="{7EE4EBBB-9C5E-E2C1-1339-12268B716677}"/>
              </a:ext>
            </a:extLst>
          </p:cNvPr>
          <p:cNvSpPr>
            <a:spLocks noGrp="1"/>
          </p:cNvSpPr>
          <p:nvPr>
            <p:ph type="ftr" sz="quarter" idx="11"/>
          </p:nvPr>
        </p:nvSpPr>
        <p:spPr/>
        <p:txBody>
          <a:bodyPr/>
          <a:lstStyle/>
          <a:p>
            <a:endParaRPr lang="en-ES"/>
          </a:p>
        </p:txBody>
      </p:sp>
      <p:sp>
        <p:nvSpPr>
          <p:cNvPr id="7" name="Slide Number Placeholder 6">
            <a:extLst>
              <a:ext uri="{FF2B5EF4-FFF2-40B4-BE49-F238E27FC236}">
                <a16:creationId xmlns:a16="http://schemas.microsoft.com/office/drawing/2014/main" id="{FA9975EC-4313-7841-E036-27DED9906FB5}"/>
              </a:ext>
            </a:extLst>
          </p:cNvPr>
          <p:cNvSpPr>
            <a:spLocks noGrp="1"/>
          </p:cNvSpPr>
          <p:nvPr>
            <p:ph type="sldNum" sz="quarter" idx="12"/>
          </p:nvPr>
        </p:nvSpPr>
        <p:spPr/>
        <p:txBody>
          <a:bodyPr/>
          <a:lstStyle/>
          <a:p>
            <a:fld id="{521443ED-BAFF-1B44-9285-B17BB8C1C9B0}" type="slidenum">
              <a:rPr lang="en-ES" smtClean="0"/>
              <a:t>‹#›</a:t>
            </a:fld>
            <a:endParaRPr lang="en-ES"/>
          </a:p>
        </p:txBody>
      </p:sp>
    </p:spTree>
    <p:extLst>
      <p:ext uri="{BB962C8B-B14F-4D97-AF65-F5344CB8AC3E}">
        <p14:creationId xmlns:p14="http://schemas.microsoft.com/office/powerpoint/2010/main" val="1471733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8FFA2-6AFA-1B15-14BA-D3DCDA9B6FD2}"/>
              </a:ext>
            </a:extLst>
          </p:cNvPr>
          <p:cNvSpPr>
            <a:spLocks noGrp="1"/>
          </p:cNvSpPr>
          <p:nvPr>
            <p:ph type="title"/>
          </p:nvPr>
        </p:nvSpPr>
        <p:spPr>
          <a:xfrm>
            <a:off x="839788" y="365125"/>
            <a:ext cx="10515600" cy="1325563"/>
          </a:xfrm>
        </p:spPr>
        <p:txBody>
          <a:bodyPr/>
          <a:lstStyle/>
          <a:p>
            <a:r>
              <a:rPr lang="en-GB"/>
              <a:t>Click to edit Master title style</a:t>
            </a:r>
            <a:endParaRPr lang="en-ES"/>
          </a:p>
        </p:txBody>
      </p:sp>
      <p:sp>
        <p:nvSpPr>
          <p:cNvPr id="3" name="Text Placeholder 2">
            <a:extLst>
              <a:ext uri="{FF2B5EF4-FFF2-40B4-BE49-F238E27FC236}">
                <a16:creationId xmlns:a16="http://schemas.microsoft.com/office/drawing/2014/main" id="{6223BBBB-19A4-3D31-F22D-82800B9CB2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3E2404B-4560-B4F4-2C3C-93166A03C41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5" name="Text Placeholder 4">
            <a:extLst>
              <a:ext uri="{FF2B5EF4-FFF2-40B4-BE49-F238E27FC236}">
                <a16:creationId xmlns:a16="http://schemas.microsoft.com/office/drawing/2014/main" id="{E24C4136-A0F9-9C5C-52D1-3DB0FFCD9F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D223001-04B0-D9C4-41BA-2AC40CA05C9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7" name="Date Placeholder 6">
            <a:extLst>
              <a:ext uri="{FF2B5EF4-FFF2-40B4-BE49-F238E27FC236}">
                <a16:creationId xmlns:a16="http://schemas.microsoft.com/office/drawing/2014/main" id="{A8C96F06-E012-2809-1B52-F34BF1EDB604}"/>
              </a:ext>
            </a:extLst>
          </p:cNvPr>
          <p:cNvSpPr>
            <a:spLocks noGrp="1"/>
          </p:cNvSpPr>
          <p:nvPr>
            <p:ph type="dt" sz="half" idx="10"/>
          </p:nvPr>
        </p:nvSpPr>
        <p:spPr/>
        <p:txBody>
          <a:bodyPr/>
          <a:lstStyle/>
          <a:p>
            <a:fld id="{4AF67D0D-432C-E548-8C90-34C5FB27D83E}" type="datetimeFigureOut">
              <a:rPr lang="en-ES" smtClean="0"/>
              <a:t>17/12/24</a:t>
            </a:fld>
            <a:endParaRPr lang="en-ES"/>
          </a:p>
        </p:txBody>
      </p:sp>
      <p:sp>
        <p:nvSpPr>
          <p:cNvPr id="8" name="Footer Placeholder 7">
            <a:extLst>
              <a:ext uri="{FF2B5EF4-FFF2-40B4-BE49-F238E27FC236}">
                <a16:creationId xmlns:a16="http://schemas.microsoft.com/office/drawing/2014/main" id="{EA266C45-AC08-F71B-B0BB-A331324AE04B}"/>
              </a:ext>
            </a:extLst>
          </p:cNvPr>
          <p:cNvSpPr>
            <a:spLocks noGrp="1"/>
          </p:cNvSpPr>
          <p:nvPr>
            <p:ph type="ftr" sz="quarter" idx="11"/>
          </p:nvPr>
        </p:nvSpPr>
        <p:spPr/>
        <p:txBody>
          <a:bodyPr/>
          <a:lstStyle/>
          <a:p>
            <a:endParaRPr lang="en-ES"/>
          </a:p>
        </p:txBody>
      </p:sp>
      <p:sp>
        <p:nvSpPr>
          <p:cNvPr id="9" name="Slide Number Placeholder 8">
            <a:extLst>
              <a:ext uri="{FF2B5EF4-FFF2-40B4-BE49-F238E27FC236}">
                <a16:creationId xmlns:a16="http://schemas.microsoft.com/office/drawing/2014/main" id="{9A72D7EF-D9D3-9C8A-14AD-15AEA576A421}"/>
              </a:ext>
            </a:extLst>
          </p:cNvPr>
          <p:cNvSpPr>
            <a:spLocks noGrp="1"/>
          </p:cNvSpPr>
          <p:nvPr>
            <p:ph type="sldNum" sz="quarter" idx="12"/>
          </p:nvPr>
        </p:nvSpPr>
        <p:spPr/>
        <p:txBody>
          <a:bodyPr/>
          <a:lstStyle/>
          <a:p>
            <a:fld id="{521443ED-BAFF-1B44-9285-B17BB8C1C9B0}" type="slidenum">
              <a:rPr lang="en-ES" smtClean="0"/>
              <a:t>‹#›</a:t>
            </a:fld>
            <a:endParaRPr lang="en-ES"/>
          </a:p>
        </p:txBody>
      </p:sp>
    </p:spTree>
    <p:extLst>
      <p:ext uri="{BB962C8B-B14F-4D97-AF65-F5344CB8AC3E}">
        <p14:creationId xmlns:p14="http://schemas.microsoft.com/office/powerpoint/2010/main" val="2040083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6A976-C0CF-4635-C7BB-F9ADCFD33866}"/>
              </a:ext>
            </a:extLst>
          </p:cNvPr>
          <p:cNvSpPr>
            <a:spLocks noGrp="1"/>
          </p:cNvSpPr>
          <p:nvPr>
            <p:ph type="title"/>
          </p:nvPr>
        </p:nvSpPr>
        <p:spPr/>
        <p:txBody>
          <a:bodyPr/>
          <a:lstStyle/>
          <a:p>
            <a:r>
              <a:rPr lang="en-GB"/>
              <a:t>Click to edit Master title style</a:t>
            </a:r>
            <a:endParaRPr lang="en-ES"/>
          </a:p>
        </p:txBody>
      </p:sp>
      <p:sp>
        <p:nvSpPr>
          <p:cNvPr id="3" name="Date Placeholder 2">
            <a:extLst>
              <a:ext uri="{FF2B5EF4-FFF2-40B4-BE49-F238E27FC236}">
                <a16:creationId xmlns:a16="http://schemas.microsoft.com/office/drawing/2014/main" id="{96319224-3472-70EE-6BA2-33A5B0180C38}"/>
              </a:ext>
            </a:extLst>
          </p:cNvPr>
          <p:cNvSpPr>
            <a:spLocks noGrp="1"/>
          </p:cNvSpPr>
          <p:nvPr>
            <p:ph type="dt" sz="half" idx="10"/>
          </p:nvPr>
        </p:nvSpPr>
        <p:spPr/>
        <p:txBody>
          <a:bodyPr/>
          <a:lstStyle/>
          <a:p>
            <a:fld id="{4AF67D0D-432C-E548-8C90-34C5FB27D83E}" type="datetimeFigureOut">
              <a:rPr lang="en-ES" smtClean="0"/>
              <a:t>17/12/24</a:t>
            </a:fld>
            <a:endParaRPr lang="en-ES"/>
          </a:p>
        </p:txBody>
      </p:sp>
      <p:sp>
        <p:nvSpPr>
          <p:cNvPr id="4" name="Footer Placeholder 3">
            <a:extLst>
              <a:ext uri="{FF2B5EF4-FFF2-40B4-BE49-F238E27FC236}">
                <a16:creationId xmlns:a16="http://schemas.microsoft.com/office/drawing/2014/main" id="{7F8B49A5-4F82-2CC5-3ED8-CAD12C91AA87}"/>
              </a:ext>
            </a:extLst>
          </p:cNvPr>
          <p:cNvSpPr>
            <a:spLocks noGrp="1"/>
          </p:cNvSpPr>
          <p:nvPr>
            <p:ph type="ftr" sz="quarter" idx="11"/>
          </p:nvPr>
        </p:nvSpPr>
        <p:spPr/>
        <p:txBody>
          <a:bodyPr/>
          <a:lstStyle/>
          <a:p>
            <a:endParaRPr lang="en-ES"/>
          </a:p>
        </p:txBody>
      </p:sp>
      <p:sp>
        <p:nvSpPr>
          <p:cNvPr id="5" name="Slide Number Placeholder 4">
            <a:extLst>
              <a:ext uri="{FF2B5EF4-FFF2-40B4-BE49-F238E27FC236}">
                <a16:creationId xmlns:a16="http://schemas.microsoft.com/office/drawing/2014/main" id="{6F82BD6A-F4EE-715C-92B4-3037A9B553D1}"/>
              </a:ext>
            </a:extLst>
          </p:cNvPr>
          <p:cNvSpPr>
            <a:spLocks noGrp="1"/>
          </p:cNvSpPr>
          <p:nvPr>
            <p:ph type="sldNum" sz="quarter" idx="12"/>
          </p:nvPr>
        </p:nvSpPr>
        <p:spPr/>
        <p:txBody>
          <a:bodyPr/>
          <a:lstStyle/>
          <a:p>
            <a:fld id="{521443ED-BAFF-1B44-9285-B17BB8C1C9B0}" type="slidenum">
              <a:rPr lang="en-ES" smtClean="0"/>
              <a:t>‹#›</a:t>
            </a:fld>
            <a:endParaRPr lang="en-ES"/>
          </a:p>
        </p:txBody>
      </p:sp>
    </p:spTree>
    <p:extLst>
      <p:ext uri="{BB962C8B-B14F-4D97-AF65-F5344CB8AC3E}">
        <p14:creationId xmlns:p14="http://schemas.microsoft.com/office/powerpoint/2010/main" val="569514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939D77-B2AC-1CC7-0FE4-E104C442CD7F}"/>
              </a:ext>
            </a:extLst>
          </p:cNvPr>
          <p:cNvSpPr>
            <a:spLocks noGrp="1"/>
          </p:cNvSpPr>
          <p:nvPr>
            <p:ph type="dt" sz="half" idx="10"/>
          </p:nvPr>
        </p:nvSpPr>
        <p:spPr/>
        <p:txBody>
          <a:bodyPr/>
          <a:lstStyle/>
          <a:p>
            <a:fld id="{4AF67D0D-432C-E548-8C90-34C5FB27D83E}" type="datetimeFigureOut">
              <a:rPr lang="en-ES" smtClean="0"/>
              <a:t>17/12/24</a:t>
            </a:fld>
            <a:endParaRPr lang="en-ES"/>
          </a:p>
        </p:txBody>
      </p:sp>
      <p:sp>
        <p:nvSpPr>
          <p:cNvPr id="3" name="Footer Placeholder 2">
            <a:extLst>
              <a:ext uri="{FF2B5EF4-FFF2-40B4-BE49-F238E27FC236}">
                <a16:creationId xmlns:a16="http://schemas.microsoft.com/office/drawing/2014/main" id="{0BC92D69-005B-ACC1-F80A-20D8775122D0}"/>
              </a:ext>
            </a:extLst>
          </p:cNvPr>
          <p:cNvSpPr>
            <a:spLocks noGrp="1"/>
          </p:cNvSpPr>
          <p:nvPr>
            <p:ph type="ftr" sz="quarter" idx="11"/>
          </p:nvPr>
        </p:nvSpPr>
        <p:spPr/>
        <p:txBody>
          <a:bodyPr/>
          <a:lstStyle/>
          <a:p>
            <a:endParaRPr lang="en-ES"/>
          </a:p>
        </p:txBody>
      </p:sp>
      <p:sp>
        <p:nvSpPr>
          <p:cNvPr id="4" name="Slide Number Placeholder 3">
            <a:extLst>
              <a:ext uri="{FF2B5EF4-FFF2-40B4-BE49-F238E27FC236}">
                <a16:creationId xmlns:a16="http://schemas.microsoft.com/office/drawing/2014/main" id="{1A235218-EB5E-A658-7119-962F0FD52006}"/>
              </a:ext>
            </a:extLst>
          </p:cNvPr>
          <p:cNvSpPr>
            <a:spLocks noGrp="1"/>
          </p:cNvSpPr>
          <p:nvPr>
            <p:ph type="sldNum" sz="quarter" idx="12"/>
          </p:nvPr>
        </p:nvSpPr>
        <p:spPr/>
        <p:txBody>
          <a:bodyPr/>
          <a:lstStyle/>
          <a:p>
            <a:fld id="{521443ED-BAFF-1B44-9285-B17BB8C1C9B0}" type="slidenum">
              <a:rPr lang="en-ES" smtClean="0"/>
              <a:t>‹#›</a:t>
            </a:fld>
            <a:endParaRPr lang="en-ES"/>
          </a:p>
        </p:txBody>
      </p:sp>
    </p:spTree>
    <p:extLst>
      <p:ext uri="{BB962C8B-B14F-4D97-AF65-F5344CB8AC3E}">
        <p14:creationId xmlns:p14="http://schemas.microsoft.com/office/powerpoint/2010/main" val="4007210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E3EF8-BC72-0887-72C5-4AF800B44D3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ES"/>
          </a:p>
        </p:txBody>
      </p:sp>
      <p:sp>
        <p:nvSpPr>
          <p:cNvPr id="3" name="Content Placeholder 2">
            <a:extLst>
              <a:ext uri="{FF2B5EF4-FFF2-40B4-BE49-F238E27FC236}">
                <a16:creationId xmlns:a16="http://schemas.microsoft.com/office/drawing/2014/main" id="{1AC8C4F6-082D-8F9F-2C30-197751BFFF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4" name="Text Placeholder 3">
            <a:extLst>
              <a:ext uri="{FF2B5EF4-FFF2-40B4-BE49-F238E27FC236}">
                <a16:creationId xmlns:a16="http://schemas.microsoft.com/office/drawing/2014/main" id="{1FDDE05F-BD66-5824-DC21-9AEE532FE2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2E6161F-034C-FC8B-39FE-B7D042F56990}"/>
              </a:ext>
            </a:extLst>
          </p:cNvPr>
          <p:cNvSpPr>
            <a:spLocks noGrp="1"/>
          </p:cNvSpPr>
          <p:nvPr>
            <p:ph type="dt" sz="half" idx="10"/>
          </p:nvPr>
        </p:nvSpPr>
        <p:spPr/>
        <p:txBody>
          <a:bodyPr/>
          <a:lstStyle/>
          <a:p>
            <a:fld id="{4AF67D0D-432C-E548-8C90-34C5FB27D83E}" type="datetimeFigureOut">
              <a:rPr lang="en-ES" smtClean="0"/>
              <a:t>17/12/24</a:t>
            </a:fld>
            <a:endParaRPr lang="en-ES"/>
          </a:p>
        </p:txBody>
      </p:sp>
      <p:sp>
        <p:nvSpPr>
          <p:cNvPr id="6" name="Footer Placeholder 5">
            <a:extLst>
              <a:ext uri="{FF2B5EF4-FFF2-40B4-BE49-F238E27FC236}">
                <a16:creationId xmlns:a16="http://schemas.microsoft.com/office/drawing/2014/main" id="{444BC83A-71F1-68E1-4367-A67AA45F783F}"/>
              </a:ext>
            </a:extLst>
          </p:cNvPr>
          <p:cNvSpPr>
            <a:spLocks noGrp="1"/>
          </p:cNvSpPr>
          <p:nvPr>
            <p:ph type="ftr" sz="quarter" idx="11"/>
          </p:nvPr>
        </p:nvSpPr>
        <p:spPr/>
        <p:txBody>
          <a:bodyPr/>
          <a:lstStyle/>
          <a:p>
            <a:endParaRPr lang="en-ES"/>
          </a:p>
        </p:txBody>
      </p:sp>
      <p:sp>
        <p:nvSpPr>
          <p:cNvPr id="7" name="Slide Number Placeholder 6">
            <a:extLst>
              <a:ext uri="{FF2B5EF4-FFF2-40B4-BE49-F238E27FC236}">
                <a16:creationId xmlns:a16="http://schemas.microsoft.com/office/drawing/2014/main" id="{19433720-CDE2-0576-7852-B8AD0F81D778}"/>
              </a:ext>
            </a:extLst>
          </p:cNvPr>
          <p:cNvSpPr>
            <a:spLocks noGrp="1"/>
          </p:cNvSpPr>
          <p:nvPr>
            <p:ph type="sldNum" sz="quarter" idx="12"/>
          </p:nvPr>
        </p:nvSpPr>
        <p:spPr/>
        <p:txBody>
          <a:bodyPr/>
          <a:lstStyle/>
          <a:p>
            <a:fld id="{521443ED-BAFF-1B44-9285-B17BB8C1C9B0}" type="slidenum">
              <a:rPr lang="en-ES" smtClean="0"/>
              <a:t>‹#›</a:t>
            </a:fld>
            <a:endParaRPr lang="en-ES"/>
          </a:p>
        </p:txBody>
      </p:sp>
    </p:spTree>
    <p:extLst>
      <p:ext uri="{BB962C8B-B14F-4D97-AF65-F5344CB8AC3E}">
        <p14:creationId xmlns:p14="http://schemas.microsoft.com/office/powerpoint/2010/main" val="1312719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CC61F-722E-1D4A-A348-1C75BA3E8BF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ES"/>
          </a:p>
        </p:txBody>
      </p:sp>
      <p:sp>
        <p:nvSpPr>
          <p:cNvPr id="3" name="Picture Placeholder 2">
            <a:extLst>
              <a:ext uri="{FF2B5EF4-FFF2-40B4-BE49-F238E27FC236}">
                <a16:creationId xmlns:a16="http://schemas.microsoft.com/office/drawing/2014/main" id="{15DBA265-8BD0-F243-AEED-EB668D703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ES"/>
          </a:p>
        </p:txBody>
      </p:sp>
      <p:sp>
        <p:nvSpPr>
          <p:cNvPr id="4" name="Text Placeholder 3">
            <a:extLst>
              <a:ext uri="{FF2B5EF4-FFF2-40B4-BE49-F238E27FC236}">
                <a16:creationId xmlns:a16="http://schemas.microsoft.com/office/drawing/2014/main" id="{70D52472-4C9C-03EA-2174-CDE9E69F8F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61348B3-3696-4F78-2103-019A377FD4D6}"/>
              </a:ext>
            </a:extLst>
          </p:cNvPr>
          <p:cNvSpPr>
            <a:spLocks noGrp="1"/>
          </p:cNvSpPr>
          <p:nvPr>
            <p:ph type="dt" sz="half" idx="10"/>
          </p:nvPr>
        </p:nvSpPr>
        <p:spPr/>
        <p:txBody>
          <a:bodyPr/>
          <a:lstStyle/>
          <a:p>
            <a:fld id="{4AF67D0D-432C-E548-8C90-34C5FB27D83E}" type="datetimeFigureOut">
              <a:rPr lang="en-ES" smtClean="0"/>
              <a:t>17/12/24</a:t>
            </a:fld>
            <a:endParaRPr lang="en-ES"/>
          </a:p>
        </p:txBody>
      </p:sp>
      <p:sp>
        <p:nvSpPr>
          <p:cNvPr id="6" name="Footer Placeholder 5">
            <a:extLst>
              <a:ext uri="{FF2B5EF4-FFF2-40B4-BE49-F238E27FC236}">
                <a16:creationId xmlns:a16="http://schemas.microsoft.com/office/drawing/2014/main" id="{ABB6B8AF-44AD-34D7-D0C1-DC21A165C121}"/>
              </a:ext>
            </a:extLst>
          </p:cNvPr>
          <p:cNvSpPr>
            <a:spLocks noGrp="1"/>
          </p:cNvSpPr>
          <p:nvPr>
            <p:ph type="ftr" sz="quarter" idx="11"/>
          </p:nvPr>
        </p:nvSpPr>
        <p:spPr/>
        <p:txBody>
          <a:bodyPr/>
          <a:lstStyle/>
          <a:p>
            <a:endParaRPr lang="en-ES"/>
          </a:p>
        </p:txBody>
      </p:sp>
      <p:sp>
        <p:nvSpPr>
          <p:cNvPr id="7" name="Slide Number Placeholder 6">
            <a:extLst>
              <a:ext uri="{FF2B5EF4-FFF2-40B4-BE49-F238E27FC236}">
                <a16:creationId xmlns:a16="http://schemas.microsoft.com/office/drawing/2014/main" id="{1F7B028A-926A-9686-EA7E-A8A54D465077}"/>
              </a:ext>
            </a:extLst>
          </p:cNvPr>
          <p:cNvSpPr>
            <a:spLocks noGrp="1"/>
          </p:cNvSpPr>
          <p:nvPr>
            <p:ph type="sldNum" sz="quarter" idx="12"/>
          </p:nvPr>
        </p:nvSpPr>
        <p:spPr/>
        <p:txBody>
          <a:bodyPr/>
          <a:lstStyle/>
          <a:p>
            <a:fld id="{521443ED-BAFF-1B44-9285-B17BB8C1C9B0}" type="slidenum">
              <a:rPr lang="en-ES" smtClean="0"/>
              <a:t>‹#›</a:t>
            </a:fld>
            <a:endParaRPr lang="en-ES"/>
          </a:p>
        </p:txBody>
      </p:sp>
    </p:spTree>
    <p:extLst>
      <p:ext uri="{BB962C8B-B14F-4D97-AF65-F5344CB8AC3E}">
        <p14:creationId xmlns:p14="http://schemas.microsoft.com/office/powerpoint/2010/main" val="1958172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B69AB-2741-E3CF-BB57-CFBE8343597B}"/>
              </a:ext>
            </a:extLst>
          </p:cNvPr>
          <p:cNvSpPr>
            <a:spLocks noGrp="1"/>
          </p:cNvSpPr>
          <p:nvPr>
            <p:ph type="title"/>
          </p:nvPr>
        </p:nvSpPr>
        <p:spPr/>
        <p:txBody>
          <a:bodyPr/>
          <a:lstStyle/>
          <a:p>
            <a:r>
              <a:rPr lang="en-GB"/>
              <a:t>Click to edit Master title style</a:t>
            </a:r>
            <a:endParaRPr lang="en-ES"/>
          </a:p>
        </p:txBody>
      </p:sp>
      <p:sp>
        <p:nvSpPr>
          <p:cNvPr id="3" name="Vertical Text Placeholder 2">
            <a:extLst>
              <a:ext uri="{FF2B5EF4-FFF2-40B4-BE49-F238E27FC236}">
                <a16:creationId xmlns:a16="http://schemas.microsoft.com/office/drawing/2014/main" id="{AA7D10CF-10AC-A4A6-FB10-FEA75A31A5D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4" name="Date Placeholder 3">
            <a:extLst>
              <a:ext uri="{FF2B5EF4-FFF2-40B4-BE49-F238E27FC236}">
                <a16:creationId xmlns:a16="http://schemas.microsoft.com/office/drawing/2014/main" id="{190A12EB-1D7A-0611-AA8D-2BEE279D0E0B}"/>
              </a:ext>
            </a:extLst>
          </p:cNvPr>
          <p:cNvSpPr>
            <a:spLocks noGrp="1"/>
          </p:cNvSpPr>
          <p:nvPr>
            <p:ph type="dt" sz="half" idx="10"/>
          </p:nvPr>
        </p:nvSpPr>
        <p:spPr/>
        <p:txBody>
          <a:bodyPr/>
          <a:lstStyle/>
          <a:p>
            <a:fld id="{4AF67D0D-432C-E548-8C90-34C5FB27D83E}" type="datetimeFigureOut">
              <a:rPr lang="en-ES" smtClean="0"/>
              <a:t>17/12/24</a:t>
            </a:fld>
            <a:endParaRPr lang="en-ES"/>
          </a:p>
        </p:txBody>
      </p:sp>
      <p:sp>
        <p:nvSpPr>
          <p:cNvPr id="5" name="Footer Placeholder 4">
            <a:extLst>
              <a:ext uri="{FF2B5EF4-FFF2-40B4-BE49-F238E27FC236}">
                <a16:creationId xmlns:a16="http://schemas.microsoft.com/office/drawing/2014/main" id="{0093E1FB-FCAA-7D47-E3AA-FC8D60AA3709}"/>
              </a:ext>
            </a:extLst>
          </p:cNvPr>
          <p:cNvSpPr>
            <a:spLocks noGrp="1"/>
          </p:cNvSpPr>
          <p:nvPr>
            <p:ph type="ftr" sz="quarter" idx="11"/>
          </p:nvPr>
        </p:nvSpPr>
        <p:spPr/>
        <p:txBody>
          <a:bodyPr/>
          <a:lstStyle/>
          <a:p>
            <a:endParaRPr lang="en-ES"/>
          </a:p>
        </p:txBody>
      </p:sp>
      <p:sp>
        <p:nvSpPr>
          <p:cNvPr id="6" name="Slide Number Placeholder 5">
            <a:extLst>
              <a:ext uri="{FF2B5EF4-FFF2-40B4-BE49-F238E27FC236}">
                <a16:creationId xmlns:a16="http://schemas.microsoft.com/office/drawing/2014/main" id="{0B215D65-3DBD-FC11-C8C1-BDE01ACE1AF6}"/>
              </a:ext>
            </a:extLst>
          </p:cNvPr>
          <p:cNvSpPr>
            <a:spLocks noGrp="1"/>
          </p:cNvSpPr>
          <p:nvPr>
            <p:ph type="sldNum" sz="quarter" idx="12"/>
          </p:nvPr>
        </p:nvSpPr>
        <p:spPr/>
        <p:txBody>
          <a:bodyPr/>
          <a:lstStyle/>
          <a:p>
            <a:fld id="{521443ED-BAFF-1B44-9285-B17BB8C1C9B0}" type="slidenum">
              <a:rPr lang="en-ES" smtClean="0"/>
              <a:t>‹#›</a:t>
            </a:fld>
            <a:endParaRPr lang="en-ES"/>
          </a:p>
        </p:txBody>
      </p:sp>
    </p:spTree>
    <p:extLst>
      <p:ext uri="{BB962C8B-B14F-4D97-AF65-F5344CB8AC3E}">
        <p14:creationId xmlns:p14="http://schemas.microsoft.com/office/powerpoint/2010/main" val="1401524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69F378-6A71-FB4B-B67F-04A8C440669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ES"/>
          </a:p>
        </p:txBody>
      </p:sp>
      <p:sp>
        <p:nvSpPr>
          <p:cNvPr id="3" name="Vertical Text Placeholder 2">
            <a:extLst>
              <a:ext uri="{FF2B5EF4-FFF2-40B4-BE49-F238E27FC236}">
                <a16:creationId xmlns:a16="http://schemas.microsoft.com/office/drawing/2014/main" id="{726E0312-CF8C-5CC3-E4C4-D1D05589EBE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4" name="Date Placeholder 3">
            <a:extLst>
              <a:ext uri="{FF2B5EF4-FFF2-40B4-BE49-F238E27FC236}">
                <a16:creationId xmlns:a16="http://schemas.microsoft.com/office/drawing/2014/main" id="{FCFE8FE2-34DD-9C3F-5AA3-A0FB56FDB04C}"/>
              </a:ext>
            </a:extLst>
          </p:cNvPr>
          <p:cNvSpPr>
            <a:spLocks noGrp="1"/>
          </p:cNvSpPr>
          <p:nvPr>
            <p:ph type="dt" sz="half" idx="10"/>
          </p:nvPr>
        </p:nvSpPr>
        <p:spPr/>
        <p:txBody>
          <a:bodyPr/>
          <a:lstStyle/>
          <a:p>
            <a:fld id="{4AF67D0D-432C-E548-8C90-34C5FB27D83E}" type="datetimeFigureOut">
              <a:rPr lang="en-ES" smtClean="0"/>
              <a:t>17/12/24</a:t>
            </a:fld>
            <a:endParaRPr lang="en-ES"/>
          </a:p>
        </p:txBody>
      </p:sp>
      <p:sp>
        <p:nvSpPr>
          <p:cNvPr id="5" name="Footer Placeholder 4">
            <a:extLst>
              <a:ext uri="{FF2B5EF4-FFF2-40B4-BE49-F238E27FC236}">
                <a16:creationId xmlns:a16="http://schemas.microsoft.com/office/drawing/2014/main" id="{BE188230-E0C0-740E-E597-8083324EE84E}"/>
              </a:ext>
            </a:extLst>
          </p:cNvPr>
          <p:cNvSpPr>
            <a:spLocks noGrp="1"/>
          </p:cNvSpPr>
          <p:nvPr>
            <p:ph type="ftr" sz="quarter" idx="11"/>
          </p:nvPr>
        </p:nvSpPr>
        <p:spPr/>
        <p:txBody>
          <a:bodyPr/>
          <a:lstStyle/>
          <a:p>
            <a:endParaRPr lang="en-ES"/>
          </a:p>
        </p:txBody>
      </p:sp>
      <p:sp>
        <p:nvSpPr>
          <p:cNvPr id="6" name="Slide Number Placeholder 5">
            <a:extLst>
              <a:ext uri="{FF2B5EF4-FFF2-40B4-BE49-F238E27FC236}">
                <a16:creationId xmlns:a16="http://schemas.microsoft.com/office/drawing/2014/main" id="{A68EBD0B-701A-C808-12AA-9A3CD127A525}"/>
              </a:ext>
            </a:extLst>
          </p:cNvPr>
          <p:cNvSpPr>
            <a:spLocks noGrp="1"/>
          </p:cNvSpPr>
          <p:nvPr>
            <p:ph type="sldNum" sz="quarter" idx="12"/>
          </p:nvPr>
        </p:nvSpPr>
        <p:spPr/>
        <p:txBody>
          <a:bodyPr/>
          <a:lstStyle/>
          <a:p>
            <a:fld id="{521443ED-BAFF-1B44-9285-B17BB8C1C9B0}" type="slidenum">
              <a:rPr lang="en-ES" smtClean="0"/>
              <a:t>‹#›</a:t>
            </a:fld>
            <a:endParaRPr lang="en-ES"/>
          </a:p>
        </p:txBody>
      </p:sp>
    </p:spTree>
    <p:extLst>
      <p:ext uri="{BB962C8B-B14F-4D97-AF65-F5344CB8AC3E}">
        <p14:creationId xmlns:p14="http://schemas.microsoft.com/office/powerpoint/2010/main" val="3134440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038A74-CFFA-96BC-9211-298851606A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ES"/>
          </a:p>
        </p:txBody>
      </p:sp>
      <p:sp>
        <p:nvSpPr>
          <p:cNvPr id="3" name="Text Placeholder 2">
            <a:extLst>
              <a:ext uri="{FF2B5EF4-FFF2-40B4-BE49-F238E27FC236}">
                <a16:creationId xmlns:a16="http://schemas.microsoft.com/office/drawing/2014/main" id="{6B2C490B-9ECD-1FA3-220E-C074B3F59C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4" name="Date Placeholder 3">
            <a:extLst>
              <a:ext uri="{FF2B5EF4-FFF2-40B4-BE49-F238E27FC236}">
                <a16:creationId xmlns:a16="http://schemas.microsoft.com/office/drawing/2014/main" id="{80AA436C-E938-A847-64D5-BC30C3B69F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F67D0D-432C-E548-8C90-34C5FB27D83E}" type="datetimeFigureOut">
              <a:rPr lang="en-ES" smtClean="0"/>
              <a:t>17/12/24</a:t>
            </a:fld>
            <a:endParaRPr lang="en-ES"/>
          </a:p>
        </p:txBody>
      </p:sp>
      <p:sp>
        <p:nvSpPr>
          <p:cNvPr id="5" name="Footer Placeholder 4">
            <a:extLst>
              <a:ext uri="{FF2B5EF4-FFF2-40B4-BE49-F238E27FC236}">
                <a16:creationId xmlns:a16="http://schemas.microsoft.com/office/drawing/2014/main" id="{6EB5ED27-4D73-9D04-F96C-BCD087EA7E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ES"/>
          </a:p>
        </p:txBody>
      </p:sp>
      <p:sp>
        <p:nvSpPr>
          <p:cNvPr id="6" name="Slide Number Placeholder 5">
            <a:extLst>
              <a:ext uri="{FF2B5EF4-FFF2-40B4-BE49-F238E27FC236}">
                <a16:creationId xmlns:a16="http://schemas.microsoft.com/office/drawing/2014/main" id="{2000FB88-9C0D-B66A-4563-83B6C67377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1443ED-BAFF-1B44-9285-B17BB8C1C9B0}" type="slidenum">
              <a:rPr lang="en-ES" smtClean="0"/>
              <a:t>‹#›</a:t>
            </a:fld>
            <a:endParaRPr lang="en-ES"/>
          </a:p>
        </p:txBody>
      </p:sp>
    </p:spTree>
    <p:extLst>
      <p:ext uri="{BB962C8B-B14F-4D97-AF65-F5344CB8AC3E}">
        <p14:creationId xmlns:p14="http://schemas.microsoft.com/office/powerpoint/2010/main" val="26369186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1C8565-233E-9CA6-0A88-39394A6562BF}"/>
              </a:ext>
            </a:extLst>
          </p:cNvPr>
          <p:cNvSpPr>
            <a:spLocks noGrp="1"/>
          </p:cNvSpPr>
          <p:nvPr>
            <p:ph type="ctrTitle"/>
          </p:nvPr>
        </p:nvSpPr>
        <p:spPr>
          <a:xfrm>
            <a:off x="798388" y="5149939"/>
            <a:ext cx="10592174" cy="1000655"/>
          </a:xfrm>
        </p:spPr>
        <p:txBody>
          <a:bodyPr anchor="t">
            <a:normAutofit/>
          </a:bodyPr>
          <a:lstStyle/>
          <a:p>
            <a:pPr algn="l"/>
            <a:r>
              <a:rPr lang="en-ES" sz="4000" dirty="0">
                <a:solidFill>
                  <a:schemeClr val="tx2"/>
                </a:solidFill>
                <a:latin typeface="Perpetua" panose="02020502060401020303" pitchFamily="18" charset="77"/>
              </a:rPr>
              <a:t>Trabajo 3. FABRICACIÓN DE SILLAS METÁLICAS</a:t>
            </a:r>
          </a:p>
        </p:txBody>
      </p:sp>
      <p:pic>
        <p:nvPicPr>
          <p:cNvPr id="6" name="Picture 5" descr="A diagram of a network&#10;&#10;Description automatically generated">
            <a:extLst>
              <a:ext uri="{FF2B5EF4-FFF2-40B4-BE49-F238E27FC236}">
                <a16:creationId xmlns:a16="http://schemas.microsoft.com/office/drawing/2014/main" id="{763C4E1B-A334-D8E8-12B6-3E7ED4BF0E78}"/>
              </a:ext>
            </a:extLst>
          </p:cNvPr>
          <p:cNvPicPr>
            <a:picLocks noChangeAspect="1"/>
          </p:cNvPicPr>
          <p:nvPr/>
        </p:nvPicPr>
        <p:blipFill>
          <a:blip r:embed="rId2"/>
          <a:srcRect t="16537" b="6024"/>
          <a:stretch/>
        </p:blipFill>
        <p:spPr>
          <a:xfrm>
            <a:off x="-1" y="10"/>
            <a:ext cx="12192001" cy="4201449"/>
          </a:xfrm>
          <a:prstGeom prst="rect">
            <a:avLst/>
          </a:prstGeom>
        </p:spPr>
      </p:pic>
      <p:grpSp>
        <p:nvGrpSpPr>
          <p:cNvPr id="13" name="Group 12">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14" name="Freeform: Shape 1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dirty="0"/>
            </a:p>
          </p:txBody>
        </p:sp>
      </p:grpSp>
      <p:sp>
        <p:nvSpPr>
          <p:cNvPr id="3" name="Subtitle 2">
            <a:extLst>
              <a:ext uri="{FF2B5EF4-FFF2-40B4-BE49-F238E27FC236}">
                <a16:creationId xmlns:a16="http://schemas.microsoft.com/office/drawing/2014/main" id="{8C2E2267-6EC7-5033-5357-DC7529D34695}"/>
              </a:ext>
            </a:extLst>
          </p:cNvPr>
          <p:cNvSpPr>
            <a:spLocks noGrp="1"/>
          </p:cNvSpPr>
          <p:nvPr>
            <p:ph type="subTitle" idx="1"/>
          </p:nvPr>
        </p:nvSpPr>
        <p:spPr>
          <a:xfrm>
            <a:off x="804672" y="4580785"/>
            <a:ext cx="9416898" cy="484374"/>
          </a:xfrm>
        </p:spPr>
        <p:txBody>
          <a:bodyPr anchor="b">
            <a:noAutofit/>
          </a:bodyPr>
          <a:lstStyle/>
          <a:p>
            <a:pPr algn="l"/>
            <a:r>
              <a:rPr lang="en-ES" sz="2000" dirty="0">
                <a:solidFill>
                  <a:schemeClr val="tx2"/>
                </a:solidFill>
                <a:latin typeface="Perpetua" panose="02020502060401020303" pitchFamily="18" charset="77"/>
              </a:rPr>
              <a:t>MII. Sistemas Integrados de Fabricación</a:t>
            </a:r>
          </a:p>
          <a:p>
            <a:pPr algn="l"/>
            <a:r>
              <a:rPr lang="en-ES" sz="2000" dirty="0">
                <a:solidFill>
                  <a:schemeClr val="tx2"/>
                </a:solidFill>
                <a:latin typeface="Perpetua" panose="02020502060401020303" pitchFamily="18" charset="77"/>
              </a:rPr>
              <a:t>Leyre Cerrillo, Javier Pulido, Pablo Lecocq y Elisa Oyaregui</a:t>
            </a:r>
          </a:p>
        </p:txBody>
      </p:sp>
    </p:spTree>
    <p:extLst>
      <p:ext uri="{BB962C8B-B14F-4D97-AF65-F5344CB8AC3E}">
        <p14:creationId xmlns:p14="http://schemas.microsoft.com/office/powerpoint/2010/main" val="100989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902FC7-34B7-A895-6FE1-82DEB0FB9FFF}"/>
              </a:ext>
            </a:extLst>
          </p:cNvPr>
          <p:cNvSpPr>
            <a:spLocks noGrp="1"/>
          </p:cNvSpPr>
          <p:nvPr>
            <p:ph type="title"/>
          </p:nvPr>
        </p:nvSpPr>
        <p:spPr>
          <a:xfrm>
            <a:off x="558300" y="365496"/>
            <a:ext cx="9392421" cy="1330841"/>
          </a:xfrm>
        </p:spPr>
        <p:txBody>
          <a:bodyPr vert="horz" lIns="91440" tIns="45720" rIns="91440" bIns="45720" rtlCol="0" anchor="ctr">
            <a:normAutofit/>
          </a:bodyPr>
          <a:lstStyle/>
          <a:p>
            <a:r>
              <a:rPr lang="en-US" kern="1200" dirty="0">
                <a:solidFill>
                  <a:schemeClr val="tx2"/>
                </a:solidFill>
                <a:latin typeface="Perpetua" panose="02020502060401020303" pitchFamily="18" charset="77"/>
              </a:rPr>
              <a:t>INTRODUCCIÓN</a:t>
            </a:r>
          </a:p>
        </p:txBody>
      </p:sp>
      <p:sp>
        <p:nvSpPr>
          <p:cNvPr id="14" name="Rounded Rectangle 13">
            <a:extLst>
              <a:ext uri="{FF2B5EF4-FFF2-40B4-BE49-F238E27FC236}">
                <a16:creationId xmlns:a16="http://schemas.microsoft.com/office/drawing/2014/main" id="{A8EAEBFB-EDCC-1716-E10B-A7567217F633}"/>
              </a:ext>
            </a:extLst>
          </p:cNvPr>
          <p:cNvSpPr/>
          <p:nvPr/>
        </p:nvSpPr>
        <p:spPr>
          <a:xfrm>
            <a:off x="520748" y="1338788"/>
            <a:ext cx="11274233" cy="2335850"/>
          </a:xfrm>
          <a:prstGeom prst="roundRect">
            <a:avLst/>
          </a:prstGeom>
          <a:solidFill>
            <a:schemeClr val="tx2">
              <a:lumMod val="25000"/>
              <a:lumOff val="7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5" name="Rounded Rectangle 4">
            <a:extLst>
              <a:ext uri="{FF2B5EF4-FFF2-40B4-BE49-F238E27FC236}">
                <a16:creationId xmlns:a16="http://schemas.microsoft.com/office/drawing/2014/main" id="{452723B1-8E66-9602-7D66-000870964A86}"/>
              </a:ext>
            </a:extLst>
          </p:cNvPr>
          <p:cNvSpPr/>
          <p:nvPr/>
        </p:nvSpPr>
        <p:spPr>
          <a:xfrm>
            <a:off x="520748" y="3843842"/>
            <a:ext cx="7062843" cy="2648662"/>
          </a:xfrm>
          <a:prstGeom prst="roundRect">
            <a:avLst/>
          </a:prstGeom>
          <a:solidFill>
            <a:schemeClr val="tx2">
              <a:lumMod val="25000"/>
              <a:lumOff val="7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6" name="TextBox 5">
            <a:extLst>
              <a:ext uri="{FF2B5EF4-FFF2-40B4-BE49-F238E27FC236}">
                <a16:creationId xmlns:a16="http://schemas.microsoft.com/office/drawing/2014/main" id="{0F4AA261-1F8B-E9B9-EC9A-79D31C63749A}"/>
              </a:ext>
            </a:extLst>
          </p:cNvPr>
          <p:cNvSpPr txBox="1"/>
          <p:nvPr/>
        </p:nvSpPr>
        <p:spPr>
          <a:xfrm>
            <a:off x="755808" y="3890900"/>
            <a:ext cx="6827784" cy="2554545"/>
          </a:xfrm>
          <a:prstGeom prst="rect">
            <a:avLst/>
          </a:prstGeom>
          <a:noFill/>
        </p:spPr>
        <p:txBody>
          <a:bodyPr wrap="square">
            <a:spAutoFit/>
          </a:bodyPr>
          <a:lstStyle/>
          <a:p>
            <a:r>
              <a:rPr lang="es-ES" sz="2000" dirty="0">
                <a:solidFill>
                  <a:schemeClr val="tx2"/>
                </a:solidFill>
                <a:latin typeface="Perpetua" panose="02020502060401020303" pitchFamily="18" charset="77"/>
              </a:rPr>
              <a:t>La planta está dividida </a:t>
            </a:r>
            <a:r>
              <a:rPr lang="es-ES" sz="2000" b="1" dirty="0">
                <a:solidFill>
                  <a:schemeClr val="tx2"/>
                </a:solidFill>
                <a:latin typeface="Perpetua" panose="02020502060401020303" pitchFamily="18" charset="77"/>
              </a:rPr>
              <a:t>en 7 secciones distintas</a:t>
            </a:r>
            <a:r>
              <a:rPr lang="es-ES" sz="2000" dirty="0">
                <a:solidFill>
                  <a:schemeClr val="tx2"/>
                </a:solidFill>
                <a:latin typeface="Perpetua" panose="02020502060401020303" pitchFamily="18" charset="77"/>
              </a:rPr>
              <a:t>:</a:t>
            </a:r>
          </a:p>
          <a:p>
            <a:pPr marL="285750" indent="-285750">
              <a:buFont typeface="Arial" panose="020B0604020202020204" pitchFamily="34" charset="0"/>
              <a:buChar char="•"/>
            </a:pPr>
            <a:r>
              <a:rPr lang="es-ES_tradnl" sz="2000" dirty="0">
                <a:solidFill>
                  <a:schemeClr val="tx2"/>
                </a:solidFill>
                <a:effectLst/>
                <a:latin typeface="Perpetua" panose="02020502060401020303" pitchFamily="18" charset="77"/>
              </a:rPr>
              <a:t>Recepción y almacén de materias primas y preparación de </a:t>
            </a:r>
            <a:r>
              <a:rPr lang="es-ES_tradnl" sz="2000" dirty="0">
                <a:solidFill>
                  <a:schemeClr val="tx2"/>
                </a:solidFill>
                <a:latin typeface="Perpetua" panose="02020502060401020303" pitchFamily="18" charset="77"/>
              </a:rPr>
              <a:t>m</a:t>
            </a:r>
            <a:r>
              <a:rPr lang="es-ES_tradnl" sz="2000" dirty="0">
                <a:solidFill>
                  <a:schemeClr val="tx2"/>
                </a:solidFill>
                <a:effectLst/>
                <a:latin typeface="Perpetua" panose="02020502060401020303" pitchFamily="18" charset="77"/>
              </a:rPr>
              <a:t>ateriales</a:t>
            </a:r>
            <a:r>
              <a:rPr lang="es-ES_tradnl" sz="2000" dirty="0">
                <a:solidFill>
                  <a:schemeClr val="tx2"/>
                </a:solidFill>
                <a:latin typeface="Perpetua" panose="02020502060401020303" pitchFamily="18" charset="77"/>
              </a:rPr>
              <a:t>.</a:t>
            </a:r>
            <a:r>
              <a:rPr lang="es-ES_tradnl" sz="2000" dirty="0">
                <a:solidFill>
                  <a:schemeClr val="tx2"/>
                </a:solidFill>
                <a:effectLst/>
                <a:latin typeface="Perpetua" panose="02020502060401020303" pitchFamily="18" charset="77"/>
              </a:rPr>
              <a:t> </a:t>
            </a:r>
          </a:p>
          <a:p>
            <a:pPr marL="285750" indent="-285750">
              <a:buFont typeface="Arial" panose="020B0604020202020204" pitchFamily="34" charset="0"/>
              <a:buChar char="•"/>
            </a:pPr>
            <a:r>
              <a:rPr lang="es-ES_tradnl" sz="2000" dirty="0">
                <a:solidFill>
                  <a:schemeClr val="tx2"/>
                </a:solidFill>
                <a:latin typeface="Perpetua" panose="02020502060401020303" pitchFamily="18" charset="77"/>
              </a:rPr>
              <a:t>S</a:t>
            </a:r>
            <a:r>
              <a:rPr lang="es-ES_tradnl" sz="2000" dirty="0">
                <a:solidFill>
                  <a:schemeClr val="tx2"/>
                </a:solidFill>
                <a:effectLst/>
                <a:latin typeface="Perpetua" panose="02020502060401020303" pitchFamily="18" charset="77"/>
              </a:rPr>
              <a:t>ección de corte</a:t>
            </a:r>
          </a:p>
          <a:p>
            <a:pPr marL="285750" indent="-285750">
              <a:buFont typeface="Arial" panose="020B0604020202020204" pitchFamily="34" charset="0"/>
              <a:buChar char="•"/>
            </a:pPr>
            <a:r>
              <a:rPr lang="es-ES_tradnl" sz="2000" dirty="0">
                <a:solidFill>
                  <a:schemeClr val="tx2"/>
                </a:solidFill>
                <a:effectLst/>
                <a:latin typeface="Perpetua" panose="02020502060401020303" pitchFamily="18" charset="77"/>
              </a:rPr>
              <a:t>Sección de conformado</a:t>
            </a:r>
          </a:p>
          <a:p>
            <a:pPr marL="285750" indent="-285750">
              <a:buFont typeface="Arial" panose="020B0604020202020204" pitchFamily="34" charset="0"/>
              <a:buChar char="•"/>
            </a:pPr>
            <a:r>
              <a:rPr lang="es-ES_tradnl" sz="2000" dirty="0">
                <a:solidFill>
                  <a:schemeClr val="tx2"/>
                </a:solidFill>
                <a:effectLst/>
                <a:latin typeface="Perpetua" panose="02020502060401020303" pitchFamily="18" charset="77"/>
              </a:rPr>
              <a:t>Sección de soldadura</a:t>
            </a:r>
          </a:p>
          <a:p>
            <a:pPr marL="285750" indent="-285750">
              <a:buFont typeface="Arial" panose="020B0604020202020204" pitchFamily="34" charset="0"/>
              <a:buChar char="•"/>
            </a:pPr>
            <a:r>
              <a:rPr lang="es-ES_tradnl" sz="2000" dirty="0">
                <a:solidFill>
                  <a:schemeClr val="tx2"/>
                </a:solidFill>
                <a:effectLst/>
                <a:latin typeface="Perpetua" panose="02020502060401020303" pitchFamily="18" charset="77"/>
              </a:rPr>
              <a:t>Sección de pintura</a:t>
            </a:r>
          </a:p>
          <a:p>
            <a:pPr marL="285750" indent="-285750">
              <a:buFont typeface="Arial" panose="020B0604020202020204" pitchFamily="34" charset="0"/>
              <a:buChar char="•"/>
            </a:pPr>
            <a:r>
              <a:rPr lang="es-ES_tradnl" sz="2000" dirty="0">
                <a:solidFill>
                  <a:schemeClr val="tx2"/>
                </a:solidFill>
                <a:effectLst/>
                <a:latin typeface="Perpetua" panose="02020502060401020303" pitchFamily="18" charset="77"/>
              </a:rPr>
              <a:t>Sección de ensamblado</a:t>
            </a:r>
          </a:p>
          <a:p>
            <a:pPr marL="285750" indent="-285750">
              <a:buFont typeface="Arial" panose="020B0604020202020204" pitchFamily="34" charset="0"/>
              <a:buChar char="•"/>
            </a:pPr>
            <a:r>
              <a:rPr lang="es-ES_tradnl" sz="2000" dirty="0">
                <a:solidFill>
                  <a:schemeClr val="tx2"/>
                </a:solidFill>
                <a:effectLst/>
                <a:latin typeface="Perpetua" panose="02020502060401020303" pitchFamily="18" charset="77"/>
              </a:rPr>
              <a:t>Almacén de productos terminados y expedición</a:t>
            </a:r>
          </a:p>
        </p:txBody>
      </p:sp>
      <p:sp>
        <p:nvSpPr>
          <p:cNvPr id="7" name="Rounded Rectangle 6">
            <a:extLst>
              <a:ext uri="{FF2B5EF4-FFF2-40B4-BE49-F238E27FC236}">
                <a16:creationId xmlns:a16="http://schemas.microsoft.com/office/drawing/2014/main" id="{D9A0B495-D82A-AC22-4F08-F1558C6ED02B}"/>
              </a:ext>
            </a:extLst>
          </p:cNvPr>
          <p:cNvSpPr/>
          <p:nvPr/>
        </p:nvSpPr>
        <p:spPr>
          <a:xfrm>
            <a:off x="7685903" y="3843840"/>
            <a:ext cx="4109078" cy="2648663"/>
          </a:xfrm>
          <a:prstGeom prst="roundRect">
            <a:avLst/>
          </a:prstGeom>
          <a:solidFill>
            <a:schemeClr val="tx2">
              <a:lumMod val="25000"/>
              <a:lumOff val="7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pic>
        <p:nvPicPr>
          <p:cNvPr id="1026" name="Picture 2" descr="Dibujo de Una silla de madera para Colorear - Dibujos.net">
            <a:extLst>
              <a:ext uri="{FF2B5EF4-FFF2-40B4-BE49-F238E27FC236}">
                <a16:creationId xmlns:a16="http://schemas.microsoft.com/office/drawing/2014/main" id="{3B78596C-85C8-F4F7-1B71-82BDFE44BF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7510" y="1338788"/>
            <a:ext cx="2300810" cy="180230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C220D19-8FF0-5CB6-528A-88DB56FFB396}"/>
              </a:ext>
            </a:extLst>
          </p:cNvPr>
          <p:cNvSpPr txBox="1"/>
          <p:nvPr/>
        </p:nvSpPr>
        <p:spPr>
          <a:xfrm>
            <a:off x="755807" y="3120639"/>
            <a:ext cx="3522301" cy="553998"/>
          </a:xfrm>
          <a:prstGeom prst="rect">
            <a:avLst/>
          </a:prstGeom>
          <a:noFill/>
        </p:spPr>
        <p:txBody>
          <a:bodyPr wrap="square">
            <a:spAutoFit/>
          </a:bodyPr>
          <a:lstStyle/>
          <a:p>
            <a:pPr algn="ctr"/>
            <a:r>
              <a:rPr lang="es-ES_tradnl" sz="1500" dirty="0">
                <a:solidFill>
                  <a:schemeClr val="tx2"/>
                </a:solidFill>
                <a:latin typeface="Perpetua" panose="02020502060401020303" pitchFamily="18" charset="77"/>
              </a:rPr>
              <a:t>Construcción 300 sillas grises, 200 plata y 100 blancas</a:t>
            </a:r>
            <a:endParaRPr lang="es-ES_tradnl" sz="1500" dirty="0">
              <a:solidFill>
                <a:schemeClr val="tx2"/>
              </a:solidFill>
              <a:effectLst/>
              <a:latin typeface="Perpetua" panose="02020502060401020303" pitchFamily="18" charset="77"/>
            </a:endParaRPr>
          </a:p>
        </p:txBody>
      </p:sp>
      <p:sp>
        <p:nvSpPr>
          <p:cNvPr id="9" name="Right Arrow 8">
            <a:extLst>
              <a:ext uri="{FF2B5EF4-FFF2-40B4-BE49-F238E27FC236}">
                <a16:creationId xmlns:a16="http://schemas.microsoft.com/office/drawing/2014/main" id="{1280A6B5-E87F-3FA4-AE10-574EA51D1899}"/>
              </a:ext>
            </a:extLst>
          </p:cNvPr>
          <p:cNvSpPr/>
          <p:nvPr/>
        </p:nvSpPr>
        <p:spPr>
          <a:xfrm>
            <a:off x="3920208" y="1948275"/>
            <a:ext cx="874643" cy="781878"/>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pic>
        <p:nvPicPr>
          <p:cNvPr id="1028" name="Picture 4" descr="Reloj PNG ,dibujos Reloj PNG ,dibujos Mesa, Reloj PNG Dibujado A Mano PNG  Imagen para Descarga Gratuita | Pngtree">
            <a:extLst>
              <a:ext uri="{FF2B5EF4-FFF2-40B4-BE49-F238E27FC236}">
                <a16:creationId xmlns:a16="http://schemas.microsoft.com/office/drawing/2014/main" id="{E173D799-7689-9181-5D1B-D57A1CBBAA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1949" y="1275887"/>
            <a:ext cx="1928102" cy="192810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747724D-1666-56DD-AA33-BE238E0DCD29}"/>
              </a:ext>
            </a:extLst>
          </p:cNvPr>
          <p:cNvSpPr txBox="1"/>
          <p:nvPr/>
        </p:nvSpPr>
        <p:spPr>
          <a:xfrm>
            <a:off x="4498611" y="3094031"/>
            <a:ext cx="3522301" cy="553998"/>
          </a:xfrm>
          <a:prstGeom prst="rect">
            <a:avLst/>
          </a:prstGeom>
          <a:noFill/>
        </p:spPr>
        <p:txBody>
          <a:bodyPr wrap="square">
            <a:spAutoFit/>
          </a:bodyPr>
          <a:lstStyle/>
          <a:p>
            <a:pPr algn="ctr"/>
            <a:r>
              <a:rPr lang="es-ES_tradnl" sz="1500" dirty="0">
                <a:solidFill>
                  <a:schemeClr val="tx2"/>
                </a:solidFill>
                <a:latin typeface="Perpetua" panose="02020502060401020303" pitchFamily="18" charset="77"/>
              </a:rPr>
              <a:t>Tiempo de fabricación de la silla y análisis de cada tiempo y eficiencia de cada sección</a:t>
            </a:r>
            <a:endParaRPr lang="es-ES_tradnl" sz="1500" dirty="0">
              <a:solidFill>
                <a:schemeClr val="tx2"/>
              </a:solidFill>
              <a:effectLst/>
              <a:latin typeface="Perpetua" panose="02020502060401020303" pitchFamily="18" charset="77"/>
            </a:endParaRPr>
          </a:p>
        </p:txBody>
      </p:sp>
      <p:sp>
        <p:nvSpPr>
          <p:cNvPr id="11" name="Right Arrow 10">
            <a:extLst>
              <a:ext uri="{FF2B5EF4-FFF2-40B4-BE49-F238E27FC236}">
                <a16:creationId xmlns:a16="http://schemas.microsoft.com/office/drawing/2014/main" id="{F50E2989-7E6C-79BD-E782-E4CF5E9D9733}"/>
              </a:ext>
            </a:extLst>
          </p:cNvPr>
          <p:cNvSpPr/>
          <p:nvPr/>
        </p:nvSpPr>
        <p:spPr>
          <a:xfrm>
            <a:off x="7583591" y="1948275"/>
            <a:ext cx="874643" cy="781878"/>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pic>
        <p:nvPicPr>
          <p:cNvPr id="1030" name="Picture 6" descr="Mejora - Iconos gratis de negocio">
            <a:extLst>
              <a:ext uri="{FF2B5EF4-FFF2-40B4-BE49-F238E27FC236}">
                <a16:creationId xmlns:a16="http://schemas.microsoft.com/office/drawing/2014/main" id="{EA580BCF-D2AB-1313-045C-5AF898310D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4681" y="1400033"/>
            <a:ext cx="1679809" cy="167980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D0D5F0D-3247-4A18-14B6-F6672AE58DD1}"/>
              </a:ext>
            </a:extLst>
          </p:cNvPr>
          <p:cNvSpPr txBox="1"/>
          <p:nvPr/>
        </p:nvSpPr>
        <p:spPr>
          <a:xfrm>
            <a:off x="8020912" y="3106450"/>
            <a:ext cx="3522301" cy="553998"/>
          </a:xfrm>
          <a:prstGeom prst="rect">
            <a:avLst/>
          </a:prstGeom>
          <a:noFill/>
        </p:spPr>
        <p:txBody>
          <a:bodyPr wrap="square">
            <a:spAutoFit/>
          </a:bodyPr>
          <a:lstStyle/>
          <a:p>
            <a:pPr algn="ctr"/>
            <a:r>
              <a:rPr lang="es-ES_tradnl" sz="1500" dirty="0">
                <a:solidFill>
                  <a:schemeClr val="tx2"/>
                </a:solidFill>
                <a:latin typeface="Perpetua" panose="02020502060401020303" pitchFamily="18" charset="77"/>
              </a:rPr>
              <a:t>Propuesta de mejora para reducir el tiempo de entrega del pedido</a:t>
            </a:r>
            <a:endParaRPr lang="es-ES_tradnl" sz="1500" dirty="0">
              <a:solidFill>
                <a:schemeClr val="tx2"/>
              </a:solidFill>
              <a:effectLst/>
              <a:latin typeface="Perpetua" panose="02020502060401020303" pitchFamily="18" charset="77"/>
            </a:endParaRPr>
          </a:p>
        </p:txBody>
      </p:sp>
      <p:sp>
        <p:nvSpPr>
          <p:cNvPr id="13" name="TextBox 12">
            <a:extLst>
              <a:ext uri="{FF2B5EF4-FFF2-40B4-BE49-F238E27FC236}">
                <a16:creationId xmlns:a16="http://schemas.microsoft.com/office/drawing/2014/main" id="{F1FC56B7-3990-60E4-F3A3-8BBA2B0D9799}"/>
              </a:ext>
            </a:extLst>
          </p:cNvPr>
          <p:cNvSpPr txBox="1"/>
          <p:nvPr/>
        </p:nvSpPr>
        <p:spPr>
          <a:xfrm>
            <a:off x="7787714" y="3907800"/>
            <a:ext cx="3905455" cy="2554545"/>
          </a:xfrm>
          <a:prstGeom prst="rect">
            <a:avLst/>
          </a:prstGeom>
          <a:noFill/>
        </p:spPr>
        <p:txBody>
          <a:bodyPr wrap="square">
            <a:spAutoFit/>
          </a:bodyPr>
          <a:lstStyle/>
          <a:p>
            <a:r>
              <a:rPr lang="es-ES" sz="2000" b="1" dirty="0">
                <a:solidFill>
                  <a:schemeClr val="tx2"/>
                </a:solidFill>
                <a:effectLst/>
                <a:latin typeface="Perpetua" panose="02020502060401020303" pitchFamily="18" charset="77"/>
              </a:rPr>
              <a:t>Datos del enunciado:</a:t>
            </a:r>
            <a:endParaRPr lang="es-ES_tradnl" sz="2000" b="1" dirty="0">
              <a:solidFill>
                <a:schemeClr val="tx2"/>
              </a:solidFill>
              <a:latin typeface="Perpetua" panose="02020502060401020303" pitchFamily="18" charset="77"/>
            </a:endParaRPr>
          </a:p>
          <a:p>
            <a:pPr marL="342900" indent="-342900">
              <a:buFont typeface="Arial" panose="020B0604020202020204" pitchFamily="34" charset="0"/>
              <a:buChar char="•"/>
            </a:pPr>
            <a:r>
              <a:rPr lang="es-ES_tradnl" sz="2000" dirty="0">
                <a:solidFill>
                  <a:schemeClr val="tx2"/>
                </a:solidFill>
                <a:effectLst/>
                <a:latin typeface="Perpetua" panose="02020502060401020303" pitchFamily="18" charset="77"/>
              </a:rPr>
              <a:t>Tiempo de operaciones manuales: 10% variación</a:t>
            </a:r>
          </a:p>
          <a:p>
            <a:pPr marL="342900" indent="-342900">
              <a:buFont typeface="Arial" panose="020B0604020202020204" pitchFamily="34" charset="0"/>
              <a:buChar char="•"/>
            </a:pPr>
            <a:r>
              <a:rPr lang="es-ES_tradnl" sz="2000" dirty="0">
                <a:solidFill>
                  <a:schemeClr val="tx2"/>
                </a:solidFill>
                <a:effectLst/>
                <a:latin typeface="Perpetua" panose="02020502060401020303" pitchFamily="18" charset="77"/>
              </a:rPr>
              <a:t>Plazo de entrega de materias primas de 2/3 días</a:t>
            </a:r>
          </a:p>
          <a:p>
            <a:pPr marL="342900" indent="-342900">
              <a:buFont typeface="Arial" panose="020B0604020202020204" pitchFamily="34" charset="0"/>
              <a:buChar char="•"/>
            </a:pPr>
            <a:r>
              <a:rPr lang="es-ES_tradnl" sz="2000" dirty="0">
                <a:solidFill>
                  <a:schemeClr val="tx2"/>
                </a:solidFill>
                <a:effectLst/>
                <a:latin typeface="Perpetua" panose="02020502060401020303" pitchFamily="18" charset="77"/>
              </a:rPr>
              <a:t>Capacidad máxima de 180 sillas</a:t>
            </a:r>
          </a:p>
          <a:p>
            <a:pPr marL="342900" indent="-342900">
              <a:buFont typeface="Arial" panose="020B0604020202020204" pitchFamily="34" charset="0"/>
              <a:buChar char="•"/>
            </a:pPr>
            <a:r>
              <a:rPr lang="es-ES_tradnl" sz="2000" dirty="0">
                <a:solidFill>
                  <a:srgbClr val="000000"/>
                </a:solidFill>
                <a:effectLst/>
                <a:latin typeface="Perpetua" panose="02020502060401020303" pitchFamily="18" charset="77"/>
              </a:rPr>
              <a:t>A la salida de cada operación se descargan las piezas en contenedores</a:t>
            </a:r>
          </a:p>
        </p:txBody>
      </p:sp>
    </p:spTree>
    <p:extLst>
      <p:ext uri="{BB962C8B-B14F-4D97-AF65-F5344CB8AC3E}">
        <p14:creationId xmlns:p14="http://schemas.microsoft.com/office/powerpoint/2010/main" val="2792252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Imagen 1" descr="Diagrama&#10;&#10;Descripción generada automáticamente">
            <a:extLst>
              <a:ext uri="{FF2B5EF4-FFF2-40B4-BE49-F238E27FC236}">
                <a16:creationId xmlns:a16="http://schemas.microsoft.com/office/drawing/2014/main" id="{FD9E8DE9-E2D7-C27B-D50C-02137D13ACEB}"/>
              </a:ext>
            </a:extLst>
          </p:cNvPr>
          <p:cNvPicPr>
            <a:picLocks noChangeAspect="1"/>
          </p:cNvPicPr>
          <p:nvPr/>
        </p:nvPicPr>
        <p:blipFill>
          <a:blip r:embed="rId3"/>
          <a:stretch>
            <a:fillRect/>
          </a:stretch>
        </p:blipFill>
        <p:spPr>
          <a:xfrm>
            <a:off x="442452" y="1030942"/>
            <a:ext cx="11749549" cy="5566311"/>
          </a:xfrm>
          <a:prstGeom prst="rect">
            <a:avLst/>
          </a:prstGeom>
        </p:spPr>
      </p:pic>
      <p:sp>
        <p:nvSpPr>
          <p:cNvPr id="13" name="Freeform: Shape 12">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Title 1">
            <a:extLst>
              <a:ext uri="{FF2B5EF4-FFF2-40B4-BE49-F238E27FC236}">
                <a16:creationId xmlns:a16="http://schemas.microsoft.com/office/drawing/2014/main" id="{04C03EFD-7396-267D-7B96-1B2200F519F6}"/>
              </a:ext>
            </a:extLst>
          </p:cNvPr>
          <p:cNvSpPr>
            <a:spLocks noGrp="1"/>
          </p:cNvSpPr>
          <p:nvPr>
            <p:ph type="title"/>
          </p:nvPr>
        </p:nvSpPr>
        <p:spPr>
          <a:xfrm>
            <a:off x="558300" y="365496"/>
            <a:ext cx="9392421" cy="1330841"/>
          </a:xfrm>
        </p:spPr>
        <p:txBody>
          <a:bodyPr vert="horz" lIns="91440" tIns="45720" rIns="91440" bIns="45720" rtlCol="0" anchor="ctr">
            <a:normAutofit/>
          </a:bodyPr>
          <a:lstStyle/>
          <a:p>
            <a:r>
              <a:rPr lang="en-US" kern="1200" dirty="0">
                <a:solidFill>
                  <a:schemeClr val="tx2"/>
                </a:solidFill>
                <a:latin typeface="Perpetua" panose="02020502060401020303" pitchFamily="18" charset="77"/>
              </a:rPr>
              <a:t>DIAGRAMA DE FLUJO</a:t>
            </a:r>
          </a:p>
        </p:txBody>
      </p:sp>
      <p:sp>
        <p:nvSpPr>
          <p:cNvPr id="15" name="Freeform: Shape 1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CuadroTexto 3">
            <a:extLst>
              <a:ext uri="{FF2B5EF4-FFF2-40B4-BE49-F238E27FC236}">
                <a16:creationId xmlns:a16="http://schemas.microsoft.com/office/drawing/2014/main" id="{53CEDA9E-DF5F-9CBD-9826-973C1E46082C}"/>
              </a:ext>
            </a:extLst>
          </p:cNvPr>
          <p:cNvSpPr txBox="1"/>
          <p:nvPr/>
        </p:nvSpPr>
        <p:spPr>
          <a:xfrm>
            <a:off x="4878446" y="6333652"/>
            <a:ext cx="7313553"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300" dirty="0">
                <a:latin typeface="Perpetua" panose="02020502060401020303" pitchFamily="18" charset="77"/>
              </a:rPr>
              <a:t>Para mayor claridad, no se han incluido en el diagrama de flujo las fuentes y sinks de los palés correspondientes a separadores y combinadores.</a:t>
            </a:r>
          </a:p>
        </p:txBody>
      </p:sp>
    </p:spTree>
    <p:extLst>
      <p:ext uri="{BB962C8B-B14F-4D97-AF65-F5344CB8AC3E}">
        <p14:creationId xmlns:p14="http://schemas.microsoft.com/office/powerpoint/2010/main" val="4142595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793691-6173-FAC6-4226-D6F301CD832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011E8E6-84B8-4058-2AA4-0081CFA04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92743CB3-2F17-5171-DE63-B29DD5548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Title 1">
            <a:extLst>
              <a:ext uri="{FF2B5EF4-FFF2-40B4-BE49-F238E27FC236}">
                <a16:creationId xmlns:a16="http://schemas.microsoft.com/office/drawing/2014/main" id="{04B2103A-8ECB-17FC-C64E-773DF84029A9}"/>
              </a:ext>
            </a:extLst>
          </p:cNvPr>
          <p:cNvSpPr>
            <a:spLocks noGrp="1"/>
          </p:cNvSpPr>
          <p:nvPr>
            <p:ph type="title"/>
          </p:nvPr>
        </p:nvSpPr>
        <p:spPr>
          <a:xfrm>
            <a:off x="558300" y="365496"/>
            <a:ext cx="9392421" cy="1330841"/>
          </a:xfrm>
        </p:spPr>
        <p:txBody>
          <a:bodyPr vert="horz" lIns="91440" tIns="45720" rIns="91440" bIns="45720" rtlCol="0" anchor="ctr">
            <a:normAutofit/>
          </a:bodyPr>
          <a:lstStyle/>
          <a:p>
            <a:r>
              <a:rPr lang="en-US" kern="1200" dirty="0">
                <a:solidFill>
                  <a:schemeClr val="tx2"/>
                </a:solidFill>
                <a:latin typeface="Perpetua" panose="02020502060401020303" pitchFamily="18" charset="77"/>
              </a:rPr>
              <a:t>DATOS</a:t>
            </a:r>
          </a:p>
        </p:txBody>
      </p:sp>
      <p:sp>
        <p:nvSpPr>
          <p:cNvPr id="15" name="Freeform: Shape 14">
            <a:extLst>
              <a:ext uri="{FF2B5EF4-FFF2-40B4-BE49-F238E27FC236}">
                <a16:creationId xmlns:a16="http://schemas.microsoft.com/office/drawing/2014/main" id="{73BD1FA5-2E16-42A2-47B1-567D26C785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extBox 12">
            <a:extLst>
              <a:ext uri="{FF2B5EF4-FFF2-40B4-BE49-F238E27FC236}">
                <a16:creationId xmlns:a16="http://schemas.microsoft.com/office/drawing/2014/main" id="{52E8C7AB-EEFA-513F-C0AC-87F13F44B98D}"/>
              </a:ext>
            </a:extLst>
          </p:cNvPr>
          <p:cNvSpPr txBox="1"/>
          <p:nvPr/>
        </p:nvSpPr>
        <p:spPr>
          <a:xfrm>
            <a:off x="560620" y="1461066"/>
            <a:ext cx="11209939" cy="707886"/>
          </a:xfrm>
          <a:prstGeom prst="rect">
            <a:avLst/>
          </a:prstGeom>
          <a:noFill/>
        </p:spPr>
        <p:txBody>
          <a:bodyPr wrap="square" lIns="91440" tIns="45720" rIns="91440" bIns="45720" anchor="t">
            <a:spAutoFit/>
          </a:bodyPr>
          <a:lstStyle/>
          <a:p>
            <a:r>
              <a:rPr lang="es-ES" sz="2000" dirty="0">
                <a:solidFill>
                  <a:schemeClr val="tx2"/>
                </a:solidFill>
                <a:latin typeface="Perpetua"/>
              </a:rPr>
              <a:t>Para la organización de los datos, se han creado cinco tablas globales con los tiempos de preparado y procesado de cada máquina. </a:t>
            </a:r>
            <a:endParaRPr lang="es-ES" sz="2000" dirty="0">
              <a:solidFill>
                <a:schemeClr val="tx2"/>
              </a:solidFill>
              <a:effectLst/>
              <a:latin typeface="Perpetua" panose="02020502060401020303" pitchFamily="18" charset="77"/>
            </a:endParaRPr>
          </a:p>
        </p:txBody>
      </p:sp>
      <p:pic>
        <p:nvPicPr>
          <p:cNvPr id="5" name="Imagen 4">
            <a:extLst>
              <a:ext uri="{FF2B5EF4-FFF2-40B4-BE49-F238E27FC236}">
                <a16:creationId xmlns:a16="http://schemas.microsoft.com/office/drawing/2014/main" id="{E3B22141-0A13-DDA5-E260-988E5DF06E21}"/>
              </a:ext>
            </a:extLst>
          </p:cNvPr>
          <p:cNvPicPr>
            <a:picLocks noChangeAspect="1"/>
          </p:cNvPicPr>
          <p:nvPr/>
        </p:nvPicPr>
        <p:blipFill>
          <a:blip r:embed="rId3"/>
          <a:stretch>
            <a:fillRect/>
          </a:stretch>
        </p:blipFill>
        <p:spPr>
          <a:xfrm>
            <a:off x="6097605" y="3430785"/>
            <a:ext cx="3361160" cy="1307064"/>
          </a:xfrm>
          <a:prstGeom prst="rect">
            <a:avLst/>
          </a:prstGeom>
        </p:spPr>
      </p:pic>
      <p:pic>
        <p:nvPicPr>
          <p:cNvPr id="8" name="Imagen 7">
            <a:extLst>
              <a:ext uri="{FF2B5EF4-FFF2-40B4-BE49-F238E27FC236}">
                <a16:creationId xmlns:a16="http://schemas.microsoft.com/office/drawing/2014/main" id="{46715041-CE8C-E7E2-348C-008E018996D0}"/>
              </a:ext>
            </a:extLst>
          </p:cNvPr>
          <p:cNvPicPr>
            <a:picLocks noChangeAspect="1"/>
          </p:cNvPicPr>
          <p:nvPr/>
        </p:nvPicPr>
        <p:blipFill>
          <a:blip r:embed="rId4"/>
          <a:stretch>
            <a:fillRect/>
          </a:stretch>
        </p:blipFill>
        <p:spPr>
          <a:xfrm>
            <a:off x="1435100" y="2104462"/>
            <a:ext cx="3217607" cy="1329916"/>
          </a:xfrm>
          <a:prstGeom prst="rect">
            <a:avLst/>
          </a:prstGeom>
        </p:spPr>
      </p:pic>
      <p:pic>
        <p:nvPicPr>
          <p:cNvPr id="9" name="Imagen 8">
            <a:extLst>
              <a:ext uri="{FF2B5EF4-FFF2-40B4-BE49-F238E27FC236}">
                <a16:creationId xmlns:a16="http://schemas.microsoft.com/office/drawing/2014/main" id="{ECA2FA52-6709-081D-C6F9-80543DB28758}"/>
              </a:ext>
            </a:extLst>
          </p:cNvPr>
          <p:cNvPicPr>
            <a:picLocks noChangeAspect="1"/>
          </p:cNvPicPr>
          <p:nvPr/>
        </p:nvPicPr>
        <p:blipFill>
          <a:blip r:embed="rId5"/>
          <a:stretch>
            <a:fillRect/>
          </a:stretch>
        </p:blipFill>
        <p:spPr>
          <a:xfrm>
            <a:off x="4599551" y="2068819"/>
            <a:ext cx="2591415" cy="1327457"/>
          </a:xfrm>
          <a:prstGeom prst="rect">
            <a:avLst/>
          </a:prstGeom>
        </p:spPr>
      </p:pic>
      <p:pic>
        <p:nvPicPr>
          <p:cNvPr id="10" name="Imagen 9" descr="Gráfico, Gráfico de dispersión&#10;&#10;Descripción generada automáticamente">
            <a:extLst>
              <a:ext uri="{FF2B5EF4-FFF2-40B4-BE49-F238E27FC236}">
                <a16:creationId xmlns:a16="http://schemas.microsoft.com/office/drawing/2014/main" id="{3525C4DD-C380-749F-947D-772507AD39D2}"/>
              </a:ext>
            </a:extLst>
          </p:cNvPr>
          <p:cNvPicPr>
            <a:picLocks noChangeAspect="1"/>
          </p:cNvPicPr>
          <p:nvPr/>
        </p:nvPicPr>
        <p:blipFill>
          <a:blip r:embed="rId6"/>
          <a:stretch>
            <a:fillRect/>
          </a:stretch>
        </p:blipFill>
        <p:spPr>
          <a:xfrm>
            <a:off x="7193065" y="2063288"/>
            <a:ext cx="3189032" cy="1248391"/>
          </a:xfrm>
          <a:prstGeom prst="rect">
            <a:avLst/>
          </a:prstGeom>
        </p:spPr>
      </p:pic>
      <p:pic>
        <p:nvPicPr>
          <p:cNvPr id="12" name="Imagen 11" descr="Imagen que contiene Gráfico&#10;&#10;Descripción generada automáticamente">
            <a:extLst>
              <a:ext uri="{FF2B5EF4-FFF2-40B4-BE49-F238E27FC236}">
                <a16:creationId xmlns:a16="http://schemas.microsoft.com/office/drawing/2014/main" id="{3BC7D887-E6C8-7D4B-EF2E-4DD5E01FAE26}"/>
              </a:ext>
            </a:extLst>
          </p:cNvPr>
          <p:cNvPicPr>
            <a:picLocks noChangeAspect="1"/>
          </p:cNvPicPr>
          <p:nvPr/>
        </p:nvPicPr>
        <p:blipFill>
          <a:blip r:embed="rId7"/>
          <a:stretch>
            <a:fillRect/>
          </a:stretch>
        </p:blipFill>
        <p:spPr>
          <a:xfrm>
            <a:off x="2734238" y="3403037"/>
            <a:ext cx="3361159" cy="1327863"/>
          </a:xfrm>
          <a:prstGeom prst="rect">
            <a:avLst/>
          </a:prstGeom>
        </p:spPr>
      </p:pic>
      <p:sp>
        <p:nvSpPr>
          <p:cNvPr id="14" name="TextBox 12">
            <a:extLst>
              <a:ext uri="{FF2B5EF4-FFF2-40B4-BE49-F238E27FC236}">
                <a16:creationId xmlns:a16="http://schemas.microsoft.com/office/drawing/2014/main" id="{CB1A6C99-DB7E-B2DA-22E1-C5CBB05702C5}"/>
              </a:ext>
            </a:extLst>
          </p:cNvPr>
          <p:cNvSpPr txBox="1"/>
          <p:nvPr/>
        </p:nvSpPr>
        <p:spPr>
          <a:xfrm>
            <a:off x="489971" y="4897172"/>
            <a:ext cx="11209939" cy="1015663"/>
          </a:xfrm>
          <a:prstGeom prst="rect">
            <a:avLst/>
          </a:prstGeom>
          <a:noFill/>
        </p:spPr>
        <p:txBody>
          <a:bodyPr wrap="square" lIns="91440" tIns="45720" rIns="91440" bIns="45720" anchor="t">
            <a:spAutoFit/>
          </a:bodyPr>
          <a:lstStyle/>
          <a:p>
            <a:r>
              <a:rPr lang="es-ES" sz="2000" dirty="0">
                <a:solidFill>
                  <a:schemeClr val="tx2"/>
                </a:solidFill>
                <a:latin typeface="Perpetua"/>
              </a:rPr>
              <a:t>Para la sección de pintura y de ensamblado no es necesario ya que en esas secciones ya existe un solo tipo de item (silla).</a:t>
            </a:r>
          </a:p>
          <a:p>
            <a:r>
              <a:rPr lang="es-ES" sz="2000" dirty="0">
                <a:solidFill>
                  <a:schemeClr val="tx2"/>
                </a:solidFill>
                <a:latin typeface="Perpetua"/>
              </a:rPr>
              <a:t>Para el cálculo de tiempo, se tiene en cuenta que se le debe aplicar una variación de un 10% a las operaciones manuales (se excluye carga y descarga y el tiempo de proceso de cortado y de pintura ya que la operación la hace una máquina).</a:t>
            </a:r>
            <a:endParaRPr lang="es-ES" sz="2000" dirty="0">
              <a:solidFill>
                <a:schemeClr val="tx2"/>
              </a:solidFill>
              <a:latin typeface="Perpetua" panose="02020502060401020303" pitchFamily="18" charset="77"/>
            </a:endParaRPr>
          </a:p>
        </p:txBody>
      </p:sp>
    </p:spTree>
    <p:extLst>
      <p:ext uri="{BB962C8B-B14F-4D97-AF65-F5344CB8AC3E}">
        <p14:creationId xmlns:p14="http://schemas.microsoft.com/office/powerpoint/2010/main" val="3983769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CB7C5C-5EB8-789B-2339-50E7DC2F77FB}"/>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9252E7C-9879-4DE4-CFBF-6EF887633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BDB89EE8-13F1-9DDC-24A1-874E26DD7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Title 1">
            <a:extLst>
              <a:ext uri="{FF2B5EF4-FFF2-40B4-BE49-F238E27FC236}">
                <a16:creationId xmlns:a16="http://schemas.microsoft.com/office/drawing/2014/main" id="{BBB52D73-0C0D-CE47-CF87-E7B76C8A5158}"/>
              </a:ext>
            </a:extLst>
          </p:cNvPr>
          <p:cNvSpPr>
            <a:spLocks noGrp="1"/>
          </p:cNvSpPr>
          <p:nvPr>
            <p:ph type="title"/>
          </p:nvPr>
        </p:nvSpPr>
        <p:spPr>
          <a:xfrm>
            <a:off x="558300" y="365496"/>
            <a:ext cx="9392421" cy="1330841"/>
          </a:xfrm>
        </p:spPr>
        <p:txBody>
          <a:bodyPr vert="horz" lIns="91440" tIns="45720" rIns="91440" bIns="45720" rtlCol="0" anchor="ctr">
            <a:normAutofit/>
          </a:bodyPr>
          <a:lstStyle/>
          <a:p>
            <a:r>
              <a:rPr lang="en-US" dirty="0">
                <a:solidFill>
                  <a:schemeClr val="tx2"/>
                </a:solidFill>
                <a:latin typeface="Perpetua"/>
              </a:rPr>
              <a:t>CÁLCULO DE TIEMPOS</a:t>
            </a:r>
            <a:endParaRPr lang="es-ES" dirty="0"/>
          </a:p>
        </p:txBody>
      </p:sp>
      <p:sp>
        <p:nvSpPr>
          <p:cNvPr id="15" name="Freeform: Shape 14">
            <a:extLst>
              <a:ext uri="{FF2B5EF4-FFF2-40B4-BE49-F238E27FC236}">
                <a16:creationId xmlns:a16="http://schemas.microsoft.com/office/drawing/2014/main" id="{846039B5-796E-B90B-737F-63A5AD579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extBox 3">
            <a:extLst>
              <a:ext uri="{FF2B5EF4-FFF2-40B4-BE49-F238E27FC236}">
                <a16:creationId xmlns:a16="http://schemas.microsoft.com/office/drawing/2014/main" id="{63B81C85-86B2-FBBD-FD75-D2D20AC6FFD2}"/>
              </a:ext>
            </a:extLst>
          </p:cNvPr>
          <p:cNvSpPr txBox="1"/>
          <p:nvPr/>
        </p:nvSpPr>
        <p:spPr>
          <a:xfrm>
            <a:off x="558301" y="1385011"/>
            <a:ext cx="11094764" cy="1538883"/>
          </a:xfrm>
          <a:prstGeom prst="rect">
            <a:avLst/>
          </a:prstGeom>
          <a:noFill/>
        </p:spPr>
        <p:txBody>
          <a:bodyPr wrap="square" lIns="91440" tIns="45720" rIns="91440" bIns="45720" rtlCol="0" anchor="t">
            <a:spAutoFit/>
          </a:bodyPr>
          <a:lstStyle/>
          <a:p>
            <a:pPr algn="just"/>
            <a:r>
              <a:rPr lang="es-ES" sz="1900" dirty="0">
                <a:solidFill>
                  <a:schemeClr val="tx2"/>
                </a:solidFill>
                <a:latin typeface="Perpetua"/>
              </a:rPr>
              <a:t>Para obtener los tiempos de cada máquina, se han creado dos tablas globales: </a:t>
            </a:r>
            <a:r>
              <a:rPr lang="es-ES" sz="1900" b="1" dirty="0">
                <a:solidFill>
                  <a:schemeClr val="tx2"/>
                </a:solidFill>
                <a:latin typeface="Perpetua"/>
              </a:rPr>
              <a:t>"Tiempos Barras" y "Tiempos Sillas" </a:t>
            </a:r>
            <a:r>
              <a:rPr lang="es-ES" sz="1900" dirty="0">
                <a:solidFill>
                  <a:schemeClr val="tx2"/>
                </a:solidFill>
                <a:latin typeface="Perpetua"/>
              </a:rPr>
              <a:t>ya que a partir de soldadura dejará de haber items con diferentes etiquetas (barras) al tener solo un tipo de item (Silla)</a:t>
            </a:r>
            <a:endParaRPr lang="es-ES" sz="1900" dirty="0">
              <a:solidFill>
                <a:schemeClr val="tx2"/>
              </a:solidFill>
              <a:latin typeface="Perpetua" panose="02020502060401020303" pitchFamily="18" charset="77"/>
            </a:endParaRPr>
          </a:p>
          <a:p>
            <a:pPr algn="just"/>
            <a:endParaRPr lang="es-ES" sz="1900" dirty="0">
              <a:solidFill>
                <a:schemeClr val="tx2"/>
              </a:solidFill>
              <a:latin typeface="Perpetua" panose="02020502060401020303" pitchFamily="18" charset="77"/>
            </a:endParaRPr>
          </a:p>
          <a:p>
            <a:pPr algn="just"/>
            <a:endParaRPr lang="es-ES" sz="1900" dirty="0">
              <a:solidFill>
                <a:srgbClr val="0E2841"/>
              </a:solidFill>
              <a:latin typeface="Perpetua" panose="02020502060401020303" pitchFamily="18" charset="77"/>
            </a:endParaRPr>
          </a:p>
          <a:p>
            <a:endParaRPr lang="en-ES" dirty="0">
              <a:solidFill>
                <a:srgbClr val="000000"/>
              </a:solidFill>
              <a:latin typeface="Aptos" panose="02110004020202020204"/>
            </a:endParaRPr>
          </a:p>
        </p:txBody>
      </p:sp>
      <p:pic>
        <p:nvPicPr>
          <p:cNvPr id="12" name="Imagen 11" descr="Tabla&#10;&#10;Descripción generada automáticamente">
            <a:extLst>
              <a:ext uri="{FF2B5EF4-FFF2-40B4-BE49-F238E27FC236}">
                <a16:creationId xmlns:a16="http://schemas.microsoft.com/office/drawing/2014/main" id="{5A5B8B1A-F314-DD09-A9B5-A64B3D374B55}"/>
              </a:ext>
            </a:extLst>
          </p:cNvPr>
          <p:cNvPicPr>
            <a:picLocks noChangeAspect="1"/>
          </p:cNvPicPr>
          <p:nvPr/>
        </p:nvPicPr>
        <p:blipFill>
          <a:blip r:embed="rId3"/>
          <a:stretch>
            <a:fillRect/>
          </a:stretch>
        </p:blipFill>
        <p:spPr>
          <a:xfrm>
            <a:off x="6945240" y="2158791"/>
            <a:ext cx="3841800" cy="1896881"/>
          </a:xfrm>
          <a:prstGeom prst="rect">
            <a:avLst/>
          </a:prstGeom>
        </p:spPr>
      </p:pic>
      <p:pic>
        <p:nvPicPr>
          <p:cNvPr id="14" name="Imagen 13" descr="Tabla&#10;&#10;Descripción generada automáticamente">
            <a:extLst>
              <a:ext uri="{FF2B5EF4-FFF2-40B4-BE49-F238E27FC236}">
                <a16:creationId xmlns:a16="http://schemas.microsoft.com/office/drawing/2014/main" id="{07772790-3E82-24E6-1C51-00DF50B678FF}"/>
              </a:ext>
            </a:extLst>
          </p:cNvPr>
          <p:cNvPicPr>
            <a:picLocks noChangeAspect="1"/>
          </p:cNvPicPr>
          <p:nvPr/>
        </p:nvPicPr>
        <p:blipFill>
          <a:blip r:embed="rId4"/>
          <a:stretch>
            <a:fillRect/>
          </a:stretch>
        </p:blipFill>
        <p:spPr>
          <a:xfrm>
            <a:off x="668694" y="2156527"/>
            <a:ext cx="5901613" cy="1903697"/>
          </a:xfrm>
          <a:prstGeom prst="rect">
            <a:avLst/>
          </a:prstGeom>
        </p:spPr>
      </p:pic>
      <p:sp>
        <p:nvSpPr>
          <p:cNvPr id="16" name="TextBox 3">
            <a:extLst>
              <a:ext uri="{FF2B5EF4-FFF2-40B4-BE49-F238E27FC236}">
                <a16:creationId xmlns:a16="http://schemas.microsoft.com/office/drawing/2014/main" id="{7DD17EBA-F0E9-CE4A-F1AC-DDBAEC27DBB5}"/>
              </a:ext>
            </a:extLst>
          </p:cNvPr>
          <p:cNvSpPr txBox="1"/>
          <p:nvPr/>
        </p:nvSpPr>
        <p:spPr>
          <a:xfrm>
            <a:off x="667157" y="4080824"/>
            <a:ext cx="11094764" cy="2123658"/>
          </a:xfrm>
          <a:prstGeom prst="rect">
            <a:avLst/>
          </a:prstGeom>
          <a:noFill/>
        </p:spPr>
        <p:txBody>
          <a:bodyPr wrap="square" lIns="91440" tIns="45720" rIns="91440" bIns="45720" rtlCol="0" anchor="t">
            <a:spAutoFit/>
          </a:bodyPr>
          <a:lstStyle/>
          <a:p>
            <a:pPr algn="just"/>
            <a:r>
              <a:rPr lang="es-ES" sz="1900" dirty="0">
                <a:solidFill>
                  <a:schemeClr val="tx2"/>
                </a:solidFill>
                <a:latin typeface="Perpetua"/>
              </a:rPr>
              <a:t>Para su obtención, se han utilizado Triggers OnEntry y OnExit en cada máquina. De esta manera, se ha guardado en el item (barra o silla) el tiempo del modelo en el instante deseado. </a:t>
            </a:r>
            <a:endParaRPr lang="es-ES" dirty="0">
              <a:solidFill>
                <a:schemeClr val="tx2"/>
              </a:solidFill>
            </a:endParaRPr>
          </a:p>
          <a:p>
            <a:pPr algn="just"/>
            <a:r>
              <a:rPr lang="es-ES" sz="1900" dirty="0">
                <a:solidFill>
                  <a:schemeClr val="tx2"/>
                </a:solidFill>
                <a:latin typeface="Perpetua"/>
              </a:rPr>
              <a:t>La única diferencia se encuentra en el tiempo de entrada de la cortadora, ya que como el item pasa de ser una barra entera a tubos más pequeños, se debe almacenar primero en la máquina y después pasarlo a la barra cortada (item) a la salida del proceso. </a:t>
            </a:r>
          </a:p>
          <a:p>
            <a:pPr algn="just"/>
            <a:endParaRPr lang="es-ES" sz="1900" dirty="0">
              <a:solidFill>
                <a:srgbClr val="0E2841"/>
              </a:solidFill>
              <a:latin typeface="Perpetua" panose="02020502060401020303" pitchFamily="18" charset="77"/>
            </a:endParaRPr>
          </a:p>
          <a:p>
            <a:endParaRPr lang="en-ES" dirty="0">
              <a:solidFill>
                <a:srgbClr val="000000"/>
              </a:solidFill>
              <a:latin typeface="Aptos" panose="02110004020202020204"/>
            </a:endParaRPr>
          </a:p>
        </p:txBody>
      </p:sp>
      <p:pic>
        <p:nvPicPr>
          <p:cNvPr id="18" name="Imagen 17" descr="Diagrama&#10;&#10;Descripción generada automáticamente">
            <a:extLst>
              <a:ext uri="{FF2B5EF4-FFF2-40B4-BE49-F238E27FC236}">
                <a16:creationId xmlns:a16="http://schemas.microsoft.com/office/drawing/2014/main" id="{EC4E078E-6475-C1F8-5F9D-846FD515107F}"/>
              </a:ext>
            </a:extLst>
          </p:cNvPr>
          <p:cNvPicPr>
            <a:picLocks noChangeAspect="1"/>
          </p:cNvPicPr>
          <p:nvPr/>
        </p:nvPicPr>
        <p:blipFill>
          <a:blip r:embed="rId5"/>
          <a:stretch>
            <a:fillRect/>
          </a:stretch>
        </p:blipFill>
        <p:spPr>
          <a:xfrm>
            <a:off x="4032077" y="5454664"/>
            <a:ext cx="4544067" cy="1180221"/>
          </a:xfrm>
          <a:prstGeom prst="rect">
            <a:avLst/>
          </a:prstGeom>
        </p:spPr>
      </p:pic>
    </p:spTree>
    <p:extLst>
      <p:ext uri="{BB962C8B-B14F-4D97-AF65-F5344CB8AC3E}">
        <p14:creationId xmlns:p14="http://schemas.microsoft.com/office/powerpoint/2010/main" val="2748275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5EE91C-A396-0A2C-6A26-C959217CD5D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638895D-A58E-DC4D-4DC6-9D81A72267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C2E20911-B56D-9950-CD17-DA7534C69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Title 1">
            <a:extLst>
              <a:ext uri="{FF2B5EF4-FFF2-40B4-BE49-F238E27FC236}">
                <a16:creationId xmlns:a16="http://schemas.microsoft.com/office/drawing/2014/main" id="{CCD2AE65-1BA3-BDE5-B1F4-9E2C55927972}"/>
              </a:ext>
            </a:extLst>
          </p:cNvPr>
          <p:cNvSpPr>
            <a:spLocks noGrp="1"/>
          </p:cNvSpPr>
          <p:nvPr>
            <p:ph type="title"/>
          </p:nvPr>
        </p:nvSpPr>
        <p:spPr>
          <a:xfrm>
            <a:off x="558300" y="365496"/>
            <a:ext cx="10596252" cy="1343647"/>
          </a:xfrm>
        </p:spPr>
        <p:txBody>
          <a:bodyPr vert="horz" lIns="91440" tIns="45720" rIns="91440" bIns="45720" rtlCol="0" anchor="ctr">
            <a:normAutofit/>
          </a:bodyPr>
          <a:lstStyle/>
          <a:p>
            <a:r>
              <a:rPr lang="en-US" dirty="0">
                <a:solidFill>
                  <a:schemeClr val="tx2"/>
                </a:solidFill>
                <a:latin typeface="Perpetua"/>
              </a:rPr>
              <a:t>CÁLCULO DE TIEMPOS DE SILLAS TOTALES</a:t>
            </a:r>
            <a:endParaRPr lang="es-ES" dirty="0">
              <a:solidFill>
                <a:schemeClr val="tx2"/>
              </a:solidFill>
            </a:endParaRPr>
          </a:p>
        </p:txBody>
      </p:sp>
      <p:sp>
        <p:nvSpPr>
          <p:cNvPr id="15" name="Freeform: Shape 14">
            <a:extLst>
              <a:ext uri="{FF2B5EF4-FFF2-40B4-BE49-F238E27FC236}">
                <a16:creationId xmlns:a16="http://schemas.microsoft.com/office/drawing/2014/main" id="{02DCFADE-BB01-4966-C926-356AAD4D53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extBox 3">
            <a:extLst>
              <a:ext uri="{FF2B5EF4-FFF2-40B4-BE49-F238E27FC236}">
                <a16:creationId xmlns:a16="http://schemas.microsoft.com/office/drawing/2014/main" id="{EED6D878-39A1-E54E-6F59-C61642750EEC}"/>
              </a:ext>
            </a:extLst>
          </p:cNvPr>
          <p:cNvSpPr txBox="1"/>
          <p:nvPr/>
        </p:nvSpPr>
        <p:spPr>
          <a:xfrm>
            <a:off x="558301" y="1385011"/>
            <a:ext cx="11094764" cy="1246495"/>
          </a:xfrm>
          <a:prstGeom prst="rect">
            <a:avLst/>
          </a:prstGeom>
          <a:noFill/>
        </p:spPr>
        <p:txBody>
          <a:bodyPr wrap="square" lIns="91440" tIns="45720" rIns="91440" bIns="45720" rtlCol="0" anchor="t">
            <a:spAutoFit/>
          </a:bodyPr>
          <a:lstStyle/>
          <a:p>
            <a:pPr algn="just"/>
            <a:r>
              <a:rPr lang="es-ES" sz="1900" dirty="0">
                <a:solidFill>
                  <a:schemeClr val="tx2"/>
                </a:solidFill>
                <a:latin typeface="Perpetua" panose="02020502060401020303" pitchFamily="18" charset="77"/>
              </a:rPr>
              <a:t>Para el tiempo de fabricación, se ha tenido en cuenta el tiempo total de simulación frente a la cantidad de sillas fabricadas en total (610 sillas) para realizar un promedio: </a:t>
            </a:r>
          </a:p>
          <a:p>
            <a:pPr algn="just"/>
            <a:endParaRPr lang="es-ES" sz="1900" dirty="0">
              <a:solidFill>
                <a:srgbClr val="0E2841"/>
              </a:solidFill>
              <a:latin typeface="Perpetua" panose="02020502060401020303" pitchFamily="18" charset="77"/>
            </a:endParaRPr>
          </a:p>
          <a:p>
            <a:endParaRPr lang="en-ES">
              <a:solidFill>
                <a:srgbClr val="000000"/>
              </a:solidFill>
              <a:latin typeface="Aptos" panose="02110004020202020204"/>
            </a:endParaRPr>
          </a:p>
        </p:txBody>
      </p:sp>
      <mc:AlternateContent xmlns:mc="http://schemas.openxmlformats.org/markup-compatibility/2006" xmlns:a14="http://schemas.microsoft.com/office/drawing/2010/main">
        <mc:Choice Requires="a14">
          <p:sp>
            <p:nvSpPr>
              <p:cNvPr id="2" name="TextBox 3">
                <a:extLst>
                  <a:ext uri="{FF2B5EF4-FFF2-40B4-BE49-F238E27FC236}">
                    <a16:creationId xmlns:a16="http://schemas.microsoft.com/office/drawing/2014/main" id="{9C272341-BB23-424E-AFDD-2CD16A5E3C67}"/>
                  </a:ext>
                </a:extLst>
              </p:cNvPr>
              <p:cNvSpPr txBox="1"/>
              <p:nvPr/>
            </p:nvSpPr>
            <p:spPr>
              <a:xfrm>
                <a:off x="1647612" y="2012694"/>
                <a:ext cx="8470952" cy="943976"/>
              </a:xfrm>
              <a:prstGeom prst="rect">
                <a:avLst/>
              </a:prstGeom>
              <a:noFill/>
            </p:spPr>
            <p:txBody>
              <a:bodyPr wrap="square" lIns="91440" tIns="45720" rIns="91440" bIns="45720" rtlCol="0" anchor="t">
                <a:spAutoFit/>
              </a:bodyPr>
              <a:lstStyle/>
              <a:p>
                <a:pPr algn="ctr"/>
                <a14:m>
                  <m:oMathPara xmlns:m="http://schemas.openxmlformats.org/officeDocument/2006/math">
                    <m:oMathParaPr>
                      <m:jc m:val="centerGroup"/>
                    </m:oMathParaPr>
                    <m:oMath xmlns:m="http://schemas.openxmlformats.org/officeDocument/2006/math">
                      <m:sSub>
                        <m:sSubPr>
                          <m:ctrlPr>
                            <a:rPr lang="es-ES" sz="1900" i="1" smtClean="0">
                              <a:solidFill>
                                <a:srgbClr val="0E2841"/>
                              </a:solidFill>
                              <a:latin typeface="Cambria Math" panose="02040503050406030204" pitchFamily="18" charset="0"/>
                            </a:rPr>
                          </m:ctrlPr>
                        </m:sSubPr>
                        <m:e>
                          <m:r>
                            <m:rPr>
                              <m:sty m:val="p"/>
                            </m:rPr>
                            <a:rPr lang="es-ES" sz="1900" b="0" i="0" smtClean="0">
                              <a:solidFill>
                                <a:srgbClr val="0E2841"/>
                              </a:solidFill>
                              <a:latin typeface="Cambria Math" panose="02040503050406030204" pitchFamily="18" charset="0"/>
                            </a:rPr>
                            <m:t>T</m:t>
                          </m:r>
                        </m:e>
                        <m:sub>
                          <m:r>
                            <m:rPr>
                              <m:sty m:val="p"/>
                            </m:rPr>
                            <a:rPr lang="es-ES" sz="1900" b="0" i="0" smtClean="0">
                              <a:solidFill>
                                <a:srgbClr val="0E2841"/>
                              </a:solidFill>
                              <a:latin typeface="Cambria Math" panose="02040503050406030204" pitchFamily="18" charset="0"/>
                            </a:rPr>
                            <m:t>fabr</m:t>
                          </m:r>
                        </m:sub>
                      </m:sSub>
                      <m:r>
                        <a:rPr lang="es-ES" sz="1900" b="0" i="0" smtClean="0">
                          <a:solidFill>
                            <a:srgbClr val="0E2841"/>
                          </a:solidFill>
                          <a:latin typeface="Cambria Math" panose="02040503050406030204" pitchFamily="18" charset="0"/>
                        </a:rPr>
                        <m:t>=</m:t>
                      </m:r>
                      <m:f>
                        <m:fPr>
                          <m:ctrlPr>
                            <a:rPr lang="es-ES" sz="1900" b="0" i="1" smtClean="0">
                              <a:solidFill>
                                <a:srgbClr val="0E2841"/>
                              </a:solidFill>
                              <a:latin typeface="Cambria Math" panose="02040503050406030204" pitchFamily="18" charset="0"/>
                            </a:rPr>
                          </m:ctrlPr>
                        </m:fPr>
                        <m:num>
                          <m:sSub>
                            <m:sSubPr>
                              <m:ctrlPr>
                                <a:rPr lang="es-ES" sz="1900" b="0" i="1" smtClean="0">
                                  <a:solidFill>
                                    <a:srgbClr val="0E2841"/>
                                  </a:solidFill>
                                  <a:latin typeface="Cambria Math" panose="02040503050406030204" pitchFamily="18" charset="0"/>
                                </a:rPr>
                              </m:ctrlPr>
                            </m:sSubPr>
                            <m:e>
                              <m:r>
                                <m:rPr>
                                  <m:sty m:val="p"/>
                                </m:rPr>
                                <a:rPr lang="es-ES" sz="1900" b="0" i="0" smtClean="0">
                                  <a:solidFill>
                                    <a:srgbClr val="0E2841"/>
                                  </a:solidFill>
                                  <a:latin typeface="Cambria Math" panose="02040503050406030204" pitchFamily="18" charset="0"/>
                                </a:rPr>
                                <m:t>T</m:t>
                              </m:r>
                            </m:e>
                            <m:sub>
                              <m:r>
                                <m:rPr>
                                  <m:sty m:val="p"/>
                                </m:rPr>
                                <a:rPr lang="es-ES" sz="1900" b="0" i="0" smtClean="0">
                                  <a:solidFill>
                                    <a:srgbClr val="0E2841"/>
                                  </a:solidFill>
                                  <a:latin typeface="Cambria Math" panose="02040503050406030204" pitchFamily="18" charset="0"/>
                                </a:rPr>
                                <m:t>sim</m:t>
                              </m:r>
                            </m:sub>
                          </m:sSub>
                        </m:num>
                        <m:den>
                          <m:r>
                            <m:rPr>
                              <m:sty m:val="p"/>
                            </m:rPr>
                            <a:rPr lang="es-ES" sz="1900" b="0" i="0" smtClean="0">
                              <a:solidFill>
                                <a:srgbClr val="0E2841"/>
                              </a:solidFill>
                              <a:latin typeface="Cambria Math" panose="02040503050406030204" pitchFamily="18" charset="0"/>
                            </a:rPr>
                            <m:t>sillas</m:t>
                          </m:r>
                        </m:den>
                      </m:f>
                      <m:r>
                        <a:rPr lang="es-ES" sz="1900" b="0" i="0" smtClean="0">
                          <a:solidFill>
                            <a:srgbClr val="0E2841"/>
                          </a:solidFill>
                          <a:latin typeface="Cambria Math" panose="02040503050406030204" pitchFamily="18" charset="0"/>
                        </a:rPr>
                        <m:t>=</m:t>
                      </m:r>
                      <m:f>
                        <m:fPr>
                          <m:ctrlPr>
                            <a:rPr lang="es-ES" sz="1900" b="0" i="1" smtClean="0">
                              <a:solidFill>
                                <a:srgbClr val="0E2841"/>
                              </a:solidFill>
                              <a:latin typeface="Cambria Math" panose="02040503050406030204" pitchFamily="18" charset="0"/>
                            </a:rPr>
                          </m:ctrlPr>
                        </m:fPr>
                        <m:num>
                          <m:r>
                            <a:rPr lang="es-ES" sz="1900" b="0" i="0" smtClean="0">
                              <a:solidFill>
                                <a:srgbClr val="0E2841"/>
                              </a:solidFill>
                              <a:latin typeface="Cambria Math" panose="02040503050406030204" pitchFamily="18" charset="0"/>
                            </a:rPr>
                            <m:t>60431.32 </m:t>
                          </m:r>
                          <m:r>
                            <m:rPr>
                              <m:sty m:val="p"/>
                            </m:rPr>
                            <a:rPr lang="es-ES" sz="1900" b="0" i="0" smtClean="0">
                              <a:solidFill>
                                <a:srgbClr val="0E2841"/>
                              </a:solidFill>
                              <a:latin typeface="Cambria Math" panose="02040503050406030204" pitchFamily="18" charset="0"/>
                            </a:rPr>
                            <m:t>s</m:t>
                          </m:r>
                        </m:num>
                        <m:den>
                          <m:r>
                            <a:rPr lang="es-ES" sz="1900" b="0" i="0" smtClean="0">
                              <a:solidFill>
                                <a:srgbClr val="0E2841"/>
                              </a:solidFill>
                              <a:latin typeface="Cambria Math" panose="02040503050406030204" pitchFamily="18" charset="0"/>
                            </a:rPr>
                            <m:t>612 </m:t>
                          </m:r>
                          <m:r>
                            <m:rPr>
                              <m:sty m:val="p"/>
                            </m:rPr>
                            <a:rPr lang="es-ES" sz="1900" b="0" i="0" smtClean="0">
                              <a:solidFill>
                                <a:srgbClr val="0E2841"/>
                              </a:solidFill>
                              <a:latin typeface="Cambria Math" panose="02040503050406030204" pitchFamily="18" charset="0"/>
                            </a:rPr>
                            <m:t>sillas</m:t>
                          </m:r>
                        </m:den>
                      </m:f>
                      <m:r>
                        <a:rPr lang="es-ES" sz="1900" b="0" i="0" smtClean="0">
                          <a:solidFill>
                            <a:srgbClr val="0E2841"/>
                          </a:solidFill>
                          <a:latin typeface="Cambria Math" panose="02040503050406030204" pitchFamily="18" charset="0"/>
                        </a:rPr>
                        <m:t>=</m:t>
                      </m:r>
                      <m:r>
                        <a:rPr lang="es-ES" sz="1900" b="1" i="0" smtClean="0">
                          <a:solidFill>
                            <a:srgbClr val="0E2841"/>
                          </a:solidFill>
                          <a:latin typeface="Cambria Math" panose="02040503050406030204" pitchFamily="18" charset="0"/>
                        </a:rPr>
                        <m:t>𝟗𝟗</m:t>
                      </m:r>
                      <m:r>
                        <a:rPr lang="es-ES" sz="1900" b="1" i="0" smtClean="0">
                          <a:solidFill>
                            <a:srgbClr val="0E2841"/>
                          </a:solidFill>
                          <a:latin typeface="Cambria Math" panose="02040503050406030204" pitchFamily="18" charset="0"/>
                        </a:rPr>
                        <m:t>.</m:t>
                      </m:r>
                      <m:r>
                        <a:rPr lang="es-ES" sz="1900" b="1" i="0" smtClean="0">
                          <a:solidFill>
                            <a:srgbClr val="0E2841"/>
                          </a:solidFill>
                          <a:latin typeface="Cambria Math" panose="02040503050406030204" pitchFamily="18" charset="0"/>
                        </a:rPr>
                        <m:t>𝟎𝟕</m:t>
                      </m:r>
                      <m:r>
                        <a:rPr lang="es-ES" sz="1900" b="1" i="0" smtClean="0">
                          <a:solidFill>
                            <a:srgbClr val="0E2841"/>
                          </a:solidFill>
                          <a:latin typeface="Cambria Math" panose="02040503050406030204" pitchFamily="18" charset="0"/>
                        </a:rPr>
                        <m:t> </m:t>
                      </m:r>
                      <m:f>
                        <m:fPr>
                          <m:ctrlPr>
                            <a:rPr lang="es-ES" sz="1900" b="1" i="1" smtClean="0">
                              <a:solidFill>
                                <a:srgbClr val="0E2841"/>
                              </a:solidFill>
                              <a:latin typeface="Cambria Math" panose="02040503050406030204" pitchFamily="18" charset="0"/>
                            </a:rPr>
                          </m:ctrlPr>
                        </m:fPr>
                        <m:num>
                          <m:r>
                            <a:rPr lang="es-ES" sz="1900" b="1" i="0" smtClean="0">
                              <a:solidFill>
                                <a:srgbClr val="0E2841"/>
                              </a:solidFill>
                              <a:latin typeface="Cambria Math" panose="02040503050406030204" pitchFamily="18" charset="0"/>
                            </a:rPr>
                            <m:t>𝐬</m:t>
                          </m:r>
                        </m:num>
                        <m:den>
                          <m:r>
                            <a:rPr lang="es-ES" sz="1900" b="1" i="0" smtClean="0">
                              <a:solidFill>
                                <a:srgbClr val="0E2841"/>
                              </a:solidFill>
                              <a:latin typeface="Cambria Math" panose="02040503050406030204" pitchFamily="18" charset="0"/>
                            </a:rPr>
                            <m:t>𝐬𝐢𝐥𝐥𝐚</m:t>
                          </m:r>
                        </m:den>
                      </m:f>
                    </m:oMath>
                  </m:oMathPara>
                </a14:m>
                <a:endParaRPr lang="es-ES" sz="1900" b="1" dirty="0">
                  <a:solidFill>
                    <a:srgbClr val="0E2841"/>
                  </a:solidFill>
                  <a:latin typeface="Perpetua" panose="02020502060401020303" pitchFamily="18" charset="77"/>
                </a:endParaRPr>
              </a:p>
              <a:p>
                <a:pPr algn="ctr"/>
                <a:endParaRPr lang="en-ES">
                  <a:solidFill>
                    <a:srgbClr val="000000"/>
                  </a:solidFill>
                  <a:latin typeface="Aptos" panose="02110004020202020204"/>
                </a:endParaRPr>
              </a:p>
            </p:txBody>
          </p:sp>
        </mc:Choice>
        <mc:Fallback xmlns="">
          <p:sp>
            <p:nvSpPr>
              <p:cNvPr id="2" name="TextBox 3">
                <a:extLst>
                  <a:ext uri="{FF2B5EF4-FFF2-40B4-BE49-F238E27FC236}">
                    <a16:creationId xmlns:a16="http://schemas.microsoft.com/office/drawing/2014/main" id="{9C272341-BB23-424E-AFDD-2CD16A5E3C67}"/>
                  </a:ext>
                </a:extLst>
              </p:cNvPr>
              <p:cNvSpPr txBox="1">
                <a:spLocks noRot="1" noChangeAspect="1" noMove="1" noResize="1" noEditPoints="1" noAdjustHandles="1" noChangeArrowheads="1" noChangeShapeType="1" noTextEdit="1"/>
              </p:cNvSpPr>
              <p:nvPr/>
            </p:nvSpPr>
            <p:spPr>
              <a:xfrm>
                <a:off x="1647612" y="2012694"/>
                <a:ext cx="8470952" cy="943976"/>
              </a:xfrm>
              <a:prstGeom prst="rect">
                <a:avLst/>
              </a:prstGeom>
              <a:blipFill>
                <a:blip r:embed="rId3"/>
                <a:stretch>
                  <a:fillRect/>
                </a:stretch>
              </a:blipFill>
            </p:spPr>
            <p:txBody>
              <a:bodyPr/>
              <a:lstStyle/>
              <a:p>
                <a:r>
                  <a:rPr lang="es-ES">
                    <a:noFill/>
                  </a:rPr>
                  <a:t> </a:t>
                </a:r>
              </a:p>
            </p:txBody>
          </p:sp>
        </mc:Fallback>
      </mc:AlternateContent>
      <p:sp>
        <p:nvSpPr>
          <p:cNvPr id="3" name="TextBox 3">
            <a:extLst>
              <a:ext uri="{FF2B5EF4-FFF2-40B4-BE49-F238E27FC236}">
                <a16:creationId xmlns:a16="http://schemas.microsoft.com/office/drawing/2014/main" id="{C5DF1B12-75DC-3FBB-DA51-0B5BAD7AA073}"/>
              </a:ext>
            </a:extLst>
          </p:cNvPr>
          <p:cNvSpPr txBox="1"/>
          <p:nvPr/>
        </p:nvSpPr>
        <p:spPr>
          <a:xfrm>
            <a:off x="558300" y="2715579"/>
            <a:ext cx="11094764" cy="3000821"/>
          </a:xfrm>
          <a:prstGeom prst="rect">
            <a:avLst/>
          </a:prstGeom>
          <a:noFill/>
        </p:spPr>
        <p:txBody>
          <a:bodyPr wrap="square" lIns="91440" tIns="45720" rIns="91440" bIns="45720" rtlCol="0" anchor="t">
            <a:spAutoFit/>
          </a:bodyPr>
          <a:lstStyle/>
          <a:p>
            <a:pPr algn="just"/>
            <a:r>
              <a:rPr lang="es-ES" sz="1900" dirty="0">
                <a:solidFill>
                  <a:schemeClr val="tx2"/>
                </a:solidFill>
                <a:latin typeface="Perpetua"/>
              </a:rPr>
              <a:t>Sabemos que este tiempo representa el tiempo promedio en el que se crea una silla, debido a que en los primeros minutos del ciclo de fabricación no ha llegado todo el material necesario a todas las máquinas. Aun así, establecemos que dicho tiempo es el promedio de fabricación de las sillas.</a:t>
            </a:r>
            <a:endParaRPr lang="es-ES" sz="1900" dirty="0">
              <a:solidFill>
                <a:schemeClr val="tx2"/>
              </a:solidFill>
              <a:latin typeface="Perpetua" panose="02020502060401020303" pitchFamily="18" charset="77"/>
            </a:endParaRPr>
          </a:p>
          <a:p>
            <a:pPr algn="just"/>
            <a:r>
              <a:rPr lang="es-ES" sz="1900" dirty="0">
                <a:solidFill>
                  <a:schemeClr val="tx2"/>
                </a:solidFill>
                <a:latin typeface="Perpetua"/>
              </a:rPr>
              <a:t>El tiempo de preparación de las 600 sillas es de </a:t>
            </a:r>
            <a:r>
              <a:rPr lang="es-ES" sz="1900" b="1" dirty="0">
                <a:solidFill>
                  <a:schemeClr val="tx2"/>
                </a:solidFill>
                <a:latin typeface="Perpetua"/>
              </a:rPr>
              <a:t>60431.32 s = 16,79 h</a:t>
            </a:r>
            <a:r>
              <a:rPr lang="es-ES" sz="1900" dirty="0">
                <a:solidFill>
                  <a:schemeClr val="tx2"/>
                </a:solidFill>
                <a:latin typeface="Perpetua"/>
              </a:rPr>
              <a:t> . Para la fabricación de estas, se podrían hacer en 2 turnos de un poco más de 8 h, es decir, en unos 2 días respecto a la llegado de los materiales necesarios para su construcción. Luego, vemos que el tiempo de fabricación es el adecuado para que entreguemos el pedido a tiempo, sin tener una acumulación de materiales para fabricar. En las mejoras pertinentes intentaremos bajar este tiempo de entrega.</a:t>
            </a:r>
            <a:endParaRPr lang="es-ES" sz="1900" dirty="0">
              <a:solidFill>
                <a:schemeClr val="tx2"/>
              </a:solidFill>
              <a:latin typeface="Perpetua" panose="02020502060401020303" pitchFamily="18" charset="77"/>
            </a:endParaRPr>
          </a:p>
          <a:p>
            <a:pPr algn="just"/>
            <a:endParaRPr lang="es-ES" sz="1900" dirty="0">
              <a:solidFill>
                <a:schemeClr val="tx2"/>
              </a:solidFill>
              <a:latin typeface="Perpetua" panose="02020502060401020303" pitchFamily="18" charset="77"/>
            </a:endParaRPr>
          </a:p>
          <a:p>
            <a:pPr algn="just"/>
            <a:endParaRPr lang="es-ES" sz="1900" dirty="0">
              <a:solidFill>
                <a:srgbClr val="0E2841"/>
              </a:solidFill>
              <a:latin typeface="Perpetua" panose="02020502060401020303" pitchFamily="18" charset="77"/>
            </a:endParaRPr>
          </a:p>
          <a:p>
            <a:endParaRPr lang="en-ES">
              <a:solidFill>
                <a:srgbClr val="000000"/>
              </a:solidFill>
              <a:latin typeface="Aptos" panose="02110004020202020204"/>
            </a:endParaRPr>
          </a:p>
        </p:txBody>
      </p:sp>
    </p:spTree>
    <p:extLst>
      <p:ext uri="{BB962C8B-B14F-4D97-AF65-F5344CB8AC3E}">
        <p14:creationId xmlns:p14="http://schemas.microsoft.com/office/powerpoint/2010/main" val="3959702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CB7C5C-5EB8-789B-2339-50E7DC2F77FB}"/>
            </a:ext>
          </a:extLst>
        </p:cNvPr>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61293230-B0F6-45B1-96D1-13D18E242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21">
            <a:extLst>
              <a:ext uri="{FF2B5EF4-FFF2-40B4-BE49-F238E27FC236}">
                <a16:creationId xmlns:a16="http://schemas.microsoft.com/office/drawing/2014/main" id="{0A1E0707-4985-454B-ACE0-4855BB558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Title 1">
            <a:extLst>
              <a:ext uri="{FF2B5EF4-FFF2-40B4-BE49-F238E27FC236}">
                <a16:creationId xmlns:a16="http://schemas.microsoft.com/office/drawing/2014/main" id="{BBB52D73-0C0D-CE47-CF87-E7B76C8A5158}"/>
              </a:ext>
            </a:extLst>
          </p:cNvPr>
          <p:cNvSpPr>
            <a:spLocks noGrp="1"/>
          </p:cNvSpPr>
          <p:nvPr>
            <p:ph type="title"/>
          </p:nvPr>
        </p:nvSpPr>
        <p:spPr>
          <a:xfrm>
            <a:off x="733427" y="609599"/>
            <a:ext cx="3686174" cy="1322888"/>
          </a:xfrm>
        </p:spPr>
        <p:txBody>
          <a:bodyPr vert="horz" lIns="91440" tIns="45720" rIns="91440" bIns="45720" rtlCol="0" anchor="ctr">
            <a:normAutofit/>
          </a:bodyPr>
          <a:lstStyle/>
          <a:p>
            <a:r>
              <a:rPr lang="en-US" dirty="0">
                <a:solidFill>
                  <a:schemeClr val="tx2"/>
                </a:solidFill>
                <a:latin typeface="Perpetua" panose="02020502060401020303" pitchFamily="18" charset="77"/>
              </a:rPr>
              <a:t>DASHBOARD</a:t>
            </a:r>
          </a:p>
        </p:txBody>
      </p:sp>
      <p:sp>
        <p:nvSpPr>
          <p:cNvPr id="8" name="TextBox 3">
            <a:extLst>
              <a:ext uri="{FF2B5EF4-FFF2-40B4-BE49-F238E27FC236}">
                <a16:creationId xmlns:a16="http://schemas.microsoft.com/office/drawing/2014/main" id="{A131B1E7-3A1E-FE90-0D50-BFD0DF84971D}"/>
              </a:ext>
            </a:extLst>
          </p:cNvPr>
          <p:cNvSpPr txBox="1"/>
          <p:nvPr/>
        </p:nvSpPr>
        <p:spPr>
          <a:xfrm>
            <a:off x="733427" y="1932487"/>
            <a:ext cx="4500563" cy="3973337"/>
          </a:xfrm>
          <a:prstGeom prst="rect">
            <a:avLst/>
          </a:prstGeom>
        </p:spPr>
        <p:txBody>
          <a:bodyPr vert="horz" lIns="91440" tIns="45720" rIns="91440" bIns="45720" rtlCol="0" anchor="t">
            <a:normAutofit/>
          </a:bodyPr>
          <a:lstStyle/>
          <a:p>
            <a:pPr marL="342900" indent="-228600" algn="just">
              <a:lnSpc>
                <a:spcPct val="90000"/>
              </a:lnSpc>
              <a:spcAft>
                <a:spcPts val="600"/>
              </a:spcAft>
              <a:buFont typeface="Arial" panose="020B0604020202020204" pitchFamily="34" charset="0"/>
              <a:buChar char="•"/>
            </a:pPr>
            <a:r>
              <a:rPr lang="es-ES_tradnl" sz="2000" dirty="0">
                <a:solidFill>
                  <a:schemeClr val="tx2"/>
                </a:solidFill>
                <a:latin typeface="Perpetua" panose="02020502060401020303" pitchFamily="18" charset="77"/>
              </a:rPr>
              <a:t>Para verificar todas estas conclusiones, usamos las herramientas de FlexSim. En estas gráficas podemos ver el estado de las diversas máquinas del proceso.</a:t>
            </a:r>
          </a:p>
          <a:p>
            <a:pPr marL="342900" indent="-228600" algn="just">
              <a:lnSpc>
                <a:spcPct val="90000"/>
              </a:lnSpc>
              <a:spcAft>
                <a:spcPts val="600"/>
              </a:spcAft>
              <a:buFont typeface="Arial" panose="020B0604020202020204" pitchFamily="34" charset="0"/>
              <a:buChar char="•"/>
            </a:pPr>
            <a:r>
              <a:rPr lang="es-ES_tradnl" sz="2000" dirty="0">
                <a:solidFill>
                  <a:schemeClr val="tx2"/>
                </a:solidFill>
                <a:latin typeface="Perpetua" panose="02020502060401020303" pitchFamily="18" charset="77"/>
              </a:rPr>
              <a:t>Vemos como la máquina de montaje nunca queda bloqueada y es la que está frenando todo el proceso, haciendo así que el resto </a:t>
            </a:r>
            <a:r>
              <a:rPr lang="es-ES" sz="2000" dirty="0">
                <a:solidFill>
                  <a:schemeClr val="tx2"/>
                </a:solidFill>
                <a:latin typeface="Perpetua" panose="02020502060401020303" pitchFamily="18" charset="77"/>
              </a:rPr>
              <a:t>sí</a:t>
            </a:r>
            <a:r>
              <a:rPr lang="es-ES_tradnl" sz="2000" dirty="0">
                <a:solidFill>
                  <a:schemeClr val="tx2"/>
                </a:solidFill>
                <a:latin typeface="Perpetua" panose="02020502060401020303" pitchFamily="18" charset="77"/>
              </a:rPr>
              <a:t> queden bloqueadas.</a:t>
            </a:r>
          </a:p>
          <a:p>
            <a:pPr marL="342900" indent="-228600" algn="just">
              <a:lnSpc>
                <a:spcPct val="90000"/>
              </a:lnSpc>
              <a:spcAft>
                <a:spcPts val="600"/>
              </a:spcAft>
              <a:buFont typeface="Arial" panose="020B0604020202020204" pitchFamily="34" charset="0"/>
              <a:buChar char="•"/>
            </a:pPr>
            <a:r>
              <a:rPr lang="es-ES_tradnl" sz="2000" dirty="0">
                <a:solidFill>
                  <a:schemeClr val="tx2"/>
                </a:solidFill>
                <a:latin typeface="Perpetua" panose="02020502060401020303" pitchFamily="18" charset="77"/>
              </a:rPr>
              <a:t>También vemos como en soldadura y montaje se invierte mucho tiempo recolectando las piezas necesarias para la operación. </a:t>
            </a:r>
          </a:p>
          <a:p>
            <a:pPr indent="-228600">
              <a:lnSpc>
                <a:spcPct val="90000"/>
              </a:lnSpc>
              <a:spcAft>
                <a:spcPts val="600"/>
              </a:spcAft>
              <a:buFont typeface="Arial" panose="020B0604020202020204" pitchFamily="34" charset="0"/>
              <a:buChar char="•"/>
            </a:pPr>
            <a:endParaRPr lang="en-US" sz="1600" dirty="0"/>
          </a:p>
          <a:p>
            <a:pPr indent="-228600">
              <a:lnSpc>
                <a:spcPct val="90000"/>
              </a:lnSpc>
              <a:spcAft>
                <a:spcPts val="600"/>
              </a:spcAft>
              <a:buFont typeface="Arial" panose="020B0604020202020204" pitchFamily="34" charset="0"/>
              <a:buChar char="•"/>
            </a:pPr>
            <a:endParaRPr lang="en-US" sz="1600" dirty="0"/>
          </a:p>
        </p:txBody>
      </p:sp>
      <p:pic>
        <p:nvPicPr>
          <p:cNvPr id="3" name="Imagen 2" descr="Gráfico, Gráfico de barras&#10;&#10;Descripción generada automáticamente">
            <a:extLst>
              <a:ext uri="{FF2B5EF4-FFF2-40B4-BE49-F238E27FC236}">
                <a16:creationId xmlns:a16="http://schemas.microsoft.com/office/drawing/2014/main" id="{9780DBDD-D820-2E9E-9E02-09D69FE36C51}"/>
              </a:ext>
            </a:extLst>
          </p:cNvPr>
          <p:cNvPicPr>
            <a:picLocks noChangeAspect="1"/>
          </p:cNvPicPr>
          <p:nvPr/>
        </p:nvPicPr>
        <p:blipFill>
          <a:blip r:embed="rId3"/>
          <a:srcRect t="2434" r="4675" b="3268"/>
          <a:stretch/>
        </p:blipFill>
        <p:spPr>
          <a:xfrm>
            <a:off x="5539138" y="1116233"/>
            <a:ext cx="2828925" cy="4625534"/>
          </a:xfrm>
          <a:prstGeom prst="rect">
            <a:avLst/>
          </a:prstGeom>
        </p:spPr>
      </p:pic>
      <p:pic>
        <p:nvPicPr>
          <p:cNvPr id="2" name="Imagen 1" descr="Gráfico, Gráfico de barras&#10;&#10;Descripción generada automáticamente">
            <a:extLst>
              <a:ext uri="{FF2B5EF4-FFF2-40B4-BE49-F238E27FC236}">
                <a16:creationId xmlns:a16="http://schemas.microsoft.com/office/drawing/2014/main" id="{D52A3B3B-97F1-196C-FCF8-A23126CD6986}"/>
              </a:ext>
            </a:extLst>
          </p:cNvPr>
          <p:cNvPicPr>
            <a:picLocks noChangeAspect="1"/>
          </p:cNvPicPr>
          <p:nvPr/>
        </p:nvPicPr>
        <p:blipFill>
          <a:blip r:embed="rId4"/>
          <a:srcRect l="712" t="6279" r="6131" b="10675"/>
          <a:stretch/>
        </p:blipFill>
        <p:spPr>
          <a:xfrm>
            <a:off x="8673211" y="1730763"/>
            <a:ext cx="2828925" cy="3396474"/>
          </a:xfrm>
          <a:prstGeom prst="rect">
            <a:avLst/>
          </a:prstGeom>
        </p:spPr>
      </p:pic>
    </p:spTree>
    <p:extLst>
      <p:ext uri="{BB962C8B-B14F-4D97-AF65-F5344CB8AC3E}">
        <p14:creationId xmlns:p14="http://schemas.microsoft.com/office/powerpoint/2010/main" val="3443534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CB7C5C-5EB8-789B-2339-50E7DC2F77FB}"/>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9252E7C-9879-4DE4-CFBF-6EF887633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BDB89EE8-13F1-9DDC-24A1-874E26DD7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Title 1">
            <a:extLst>
              <a:ext uri="{FF2B5EF4-FFF2-40B4-BE49-F238E27FC236}">
                <a16:creationId xmlns:a16="http://schemas.microsoft.com/office/drawing/2014/main" id="{BBB52D73-0C0D-CE47-CF87-E7B76C8A5158}"/>
              </a:ext>
            </a:extLst>
          </p:cNvPr>
          <p:cNvSpPr>
            <a:spLocks noGrp="1"/>
          </p:cNvSpPr>
          <p:nvPr>
            <p:ph type="title"/>
          </p:nvPr>
        </p:nvSpPr>
        <p:spPr>
          <a:xfrm>
            <a:off x="558300" y="365496"/>
            <a:ext cx="11394285" cy="1343756"/>
          </a:xfrm>
        </p:spPr>
        <p:txBody>
          <a:bodyPr vert="horz" lIns="91440" tIns="45720" rIns="91440" bIns="45720" rtlCol="0" anchor="ctr">
            <a:normAutofit/>
          </a:bodyPr>
          <a:lstStyle/>
          <a:p>
            <a:r>
              <a:rPr lang="en-US" dirty="0">
                <a:solidFill>
                  <a:schemeClr val="tx2"/>
                </a:solidFill>
                <a:latin typeface="Perpetua"/>
              </a:rPr>
              <a:t>MEJORAS DEL MODELO</a:t>
            </a:r>
            <a:endParaRPr lang="es-ES" dirty="0">
              <a:solidFill>
                <a:schemeClr val="tx2"/>
              </a:solidFill>
            </a:endParaRPr>
          </a:p>
        </p:txBody>
      </p:sp>
      <p:sp>
        <p:nvSpPr>
          <p:cNvPr id="15" name="Freeform: Shape 14">
            <a:extLst>
              <a:ext uri="{FF2B5EF4-FFF2-40B4-BE49-F238E27FC236}">
                <a16:creationId xmlns:a16="http://schemas.microsoft.com/office/drawing/2014/main" id="{846039B5-796E-B90B-737F-63A5AD579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TextBox 3">
            <a:extLst>
              <a:ext uri="{FF2B5EF4-FFF2-40B4-BE49-F238E27FC236}">
                <a16:creationId xmlns:a16="http://schemas.microsoft.com/office/drawing/2014/main" id="{A131B1E7-3A1E-FE90-0D50-BFD0DF84971D}"/>
              </a:ext>
            </a:extLst>
          </p:cNvPr>
          <p:cNvSpPr txBox="1"/>
          <p:nvPr/>
        </p:nvSpPr>
        <p:spPr>
          <a:xfrm>
            <a:off x="558300" y="1447713"/>
            <a:ext cx="11094764" cy="3585597"/>
          </a:xfrm>
          <a:prstGeom prst="rect">
            <a:avLst/>
          </a:prstGeom>
          <a:noFill/>
        </p:spPr>
        <p:txBody>
          <a:bodyPr wrap="square" lIns="91440" tIns="45720" rIns="91440" bIns="45720" rtlCol="0" anchor="t">
            <a:spAutoFit/>
          </a:bodyPr>
          <a:lstStyle/>
          <a:p>
            <a:pPr algn="just"/>
            <a:r>
              <a:rPr lang="es-ES" sz="1900" dirty="0">
                <a:solidFill>
                  <a:schemeClr val="tx2"/>
                </a:solidFill>
                <a:latin typeface="Perpetua"/>
              </a:rPr>
              <a:t>Para mejorar el plazo de entrega, como se ha comentado en apartado anterior, el factor que frena todo el proceso es el montaje del respaldo en la silla. Para mejorar esto, se añade un operario más en esta línea de montaje.</a:t>
            </a:r>
            <a:endParaRPr lang="es-ES" sz="1900" dirty="0">
              <a:solidFill>
                <a:schemeClr val="tx2"/>
              </a:solidFill>
              <a:latin typeface="Perpetua" panose="02020502060401020303" pitchFamily="18" charset="77"/>
            </a:endParaRPr>
          </a:p>
          <a:p>
            <a:pPr algn="just"/>
            <a:r>
              <a:rPr lang="es-ES" sz="1900" dirty="0">
                <a:solidFill>
                  <a:schemeClr val="tx2"/>
                </a:solidFill>
                <a:latin typeface="Perpetua"/>
              </a:rPr>
              <a:t>El tiempo de fabricación de todas las sillas ahora es </a:t>
            </a:r>
            <a:r>
              <a:rPr lang="es-ES" sz="1900" b="1" dirty="0">
                <a:solidFill>
                  <a:schemeClr val="tx2"/>
                </a:solidFill>
                <a:latin typeface="Perpetua"/>
              </a:rPr>
              <a:t>41357.5 s = 11,49 h .</a:t>
            </a:r>
            <a:r>
              <a:rPr lang="es-ES" sz="1900" dirty="0">
                <a:solidFill>
                  <a:schemeClr val="tx2"/>
                </a:solidFill>
                <a:latin typeface="Perpetua"/>
              </a:rPr>
              <a:t> Ahora vemos que en aproximadamente 2 turnos de unas 6 horas cada uno podríamos completar el pedido, haciendo así que en un 1 día se podrían enviar las sillas terminadas.</a:t>
            </a:r>
            <a:endParaRPr lang="es-ES" sz="1900" dirty="0">
              <a:solidFill>
                <a:schemeClr val="tx2"/>
              </a:solidFill>
              <a:latin typeface="Perpetua" panose="02020502060401020303" pitchFamily="18" charset="77"/>
            </a:endParaRPr>
          </a:p>
          <a:p>
            <a:pPr algn="just"/>
            <a:endParaRPr lang="es-ES" sz="1900" dirty="0">
              <a:solidFill>
                <a:schemeClr val="tx2"/>
              </a:solidFill>
              <a:latin typeface="Perpetua"/>
            </a:endParaRPr>
          </a:p>
          <a:p>
            <a:pPr algn="just"/>
            <a:r>
              <a:rPr lang="es-ES" sz="1900" dirty="0">
                <a:solidFill>
                  <a:schemeClr val="tx2"/>
                </a:solidFill>
                <a:latin typeface="Perpetua"/>
              </a:rPr>
              <a:t>En la sección de conformado ya se había añadido al modelo una línea paralela extra. Esto no suponía una mejora sustancial, debido a que lo único que hacemos es que las piezas dejen de acumularse en esa zona para así acumularse en la entrada de los almacenes de soldadura.</a:t>
            </a:r>
            <a:endParaRPr lang="es-ES" sz="1900" dirty="0">
              <a:solidFill>
                <a:schemeClr val="tx2"/>
              </a:solidFill>
              <a:latin typeface="Perpetua" panose="02020502060401020303" pitchFamily="18" charset="77"/>
            </a:endParaRPr>
          </a:p>
          <a:p>
            <a:pPr algn="just"/>
            <a:endParaRPr lang="es-ES" sz="1900" dirty="0">
              <a:solidFill>
                <a:srgbClr val="0E2841"/>
              </a:solidFill>
              <a:latin typeface="Perpetua" panose="02020502060401020303" pitchFamily="18" charset="77"/>
            </a:endParaRPr>
          </a:p>
          <a:p>
            <a:pPr marL="342900" indent="-342900" algn="just">
              <a:buFont typeface="Arial"/>
              <a:buChar char="•"/>
            </a:pPr>
            <a:endParaRPr lang="es-ES" sz="1900" dirty="0">
              <a:solidFill>
                <a:srgbClr val="0E2841"/>
              </a:solidFill>
              <a:latin typeface="Perpetua" panose="02020502060401020303" pitchFamily="18" charset="77"/>
            </a:endParaRPr>
          </a:p>
          <a:p>
            <a:pPr algn="just"/>
            <a:endParaRPr lang="es-ES" sz="1900" dirty="0">
              <a:solidFill>
                <a:srgbClr val="0E2841"/>
              </a:solidFill>
              <a:latin typeface="Perpetua" panose="02020502060401020303" pitchFamily="18" charset="77"/>
            </a:endParaRPr>
          </a:p>
          <a:p>
            <a:endParaRPr lang="en-ES">
              <a:solidFill>
                <a:srgbClr val="000000"/>
              </a:solidFill>
              <a:latin typeface="Aptos" panose="02110004020202020204"/>
            </a:endParaRPr>
          </a:p>
        </p:txBody>
      </p:sp>
    </p:spTree>
    <p:extLst>
      <p:ext uri="{BB962C8B-B14F-4D97-AF65-F5344CB8AC3E}">
        <p14:creationId xmlns:p14="http://schemas.microsoft.com/office/powerpoint/2010/main" val="177403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ABD83FC049D2B34DB35D5012EC6F00B2" ma:contentTypeVersion="4" ma:contentTypeDescription="Crear nuevo documento." ma:contentTypeScope="" ma:versionID="77338248928ed5b44337d49c5405c280">
  <xsd:schema xmlns:xsd="http://www.w3.org/2001/XMLSchema" xmlns:xs="http://www.w3.org/2001/XMLSchema" xmlns:p="http://schemas.microsoft.com/office/2006/metadata/properties" xmlns:ns2="e15655c9-cc6b-467c-963f-28ceac6f21f4" targetNamespace="http://schemas.microsoft.com/office/2006/metadata/properties" ma:root="true" ma:fieldsID="675553bae4a83176806d2527da265389" ns2:_="">
    <xsd:import namespace="e15655c9-cc6b-467c-963f-28ceac6f21f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5655c9-cc6b-467c-963f-28ceac6f21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47AD101-A8A0-4DB6-98F4-4996C905D79D}">
  <ds:schemaRefs>
    <ds:schemaRef ds:uri="http://schemas.microsoft.com/sharepoint/v3/contenttype/forms"/>
  </ds:schemaRefs>
</ds:datastoreItem>
</file>

<file path=customXml/itemProps2.xml><?xml version="1.0" encoding="utf-8"?>
<ds:datastoreItem xmlns:ds="http://schemas.openxmlformats.org/officeDocument/2006/customXml" ds:itemID="{963BF7E4-364B-47B3-A177-6466246BA0AD}">
  <ds:schemaRefs>
    <ds:schemaRef ds:uri="http://schemas.microsoft.com/office/2006/metadata/contentType"/>
    <ds:schemaRef ds:uri="http://schemas.microsoft.com/office/2006/metadata/properties/metaAttributes"/>
    <ds:schemaRef ds:uri="http://www.w3.org/2000/xmlns/"/>
    <ds:schemaRef ds:uri="http://www.w3.org/2001/XMLSchema"/>
    <ds:schemaRef ds:uri="e15655c9-cc6b-467c-963f-28ceac6f21f4"/>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4A0892B-1CDF-4036-9A85-A2458B27CF5D}">
  <ds:schemaRefs>
    <ds:schemaRef ds:uri="http://purl.org/dc/terms/"/>
    <ds:schemaRef ds:uri="http://purl.org/dc/elements/1.1/"/>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e15655c9-cc6b-467c-963f-28ceac6f21f4"/>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665</TotalTime>
  <Words>844</Words>
  <Application>Microsoft Macintosh PowerPoint</Application>
  <PresentationFormat>Widescreen</PresentationFormat>
  <Paragraphs>54</Paragraphs>
  <Slides>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Cambria Math</vt:lpstr>
      <vt:lpstr>Perpetua</vt:lpstr>
      <vt:lpstr>Office Theme</vt:lpstr>
      <vt:lpstr>Trabajo 3. FABRICACIÓN DE SILLAS METÁLICAS</vt:lpstr>
      <vt:lpstr>INTRODUCCIÓN</vt:lpstr>
      <vt:lpstr>DIAGRAMA DE FLUJO</vt:lpstr>
      <vt:lpstr>DATOS</vt:lpstr>
      <vt:lpstr>CÁLCULO DE TIEMPOS</vt:lpstr>
      <vt:lpstr>CÁLCULO DE TIEMPOS DE SILLAS TOTALES</vt:lpstr>
      <vt:lpstr>DASHBOARD</vt:lpstr>
      <vt:lpstr>MEJORAS DEL MODELO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Trabajo 3. FABRICACIÓN DE SILLAS METÁLICAS</dc:title>
  <dc:creator>ELISA OYAREGUI HERNANDO</dc:creator>
  <cp:lastModifiedBy>ELISA OYAREGUI HERNANDO</cp:lastModifiedBy>
  <cp:revision>3</cp:revision>
  <dcterms:created xsi:type="dcterms:W3CDTF">2024-12-14T11:09:15Z</dcterms:created>
  <dcterms:modified xsi:type="dcterms:W3CDTF">2024-12-17T14:38:41Z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0x010100ABD83FC049D2B34DB35D5012EC6F00B2</vt:lpwstr>
  </property>
</Properties>
</file>